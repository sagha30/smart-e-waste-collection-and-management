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7" r:id="rId1"/>
  </p:sldMasterIdLst>
  <p:notesMasterIdLst>
    <p:notesMasterId r:id="rId11"/>
  </p:notesMasterIdLst>
  <p:sldIdLst>
    <p:sldId id="256" r:id="rId2"/>
    <p:sldId id="262" r:id="rId3"/>
    <p:sldId id="260" r:id="rId4"/>
    <p:sldId id="313" r:id="rId5"/>
    <p:sldId id="280" r:id="rId6"/>
    <p:sldId id="258" r:id="rId7"/>
    <p:sldId id="285" r:id="rId8"/>
    <p:sldId id="268" r:id="rId9"/>
    <p:sldId id="274" r:id="rId10"/>
  </p:sldIdLst>
  <p:sldSz cx="9144000" cy="5143500" type="screen16x9"/>
  <p:notesSz cx="6858000" cy="9144000"/>
  <p:embeddedFontLst>
    <p:embeddedFont>
      <p:font typeface="Space Grotesk" panose="020B0604020202020204" charset="0"/>
      <p:regular r:id="rId12"/>
      <p:bold r:id="rId13"/>
    </p:embeddedFont>
    <p:embeddedFont>
      <p:font typeface="Anaheim" panose="020B0604020202020204" charset="0"/>
      <p:regular r:id="rId14"/>
      <p:bold r:id="rId15"/>
    </p:embeddedFont>
    <p:embeddedFont>
      <p:font typeface="Nunito Light" panose="020B0604020202020204" charset="0"/>
      <p:regular r:id="rId16"/>
      <p: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B4B7956-D9D2-44C9-BFA2-69BC881D51A9}">
  <a:tblStyle styleId="{8B4B7956-D9D2-44C9-BFA2-69BC881D51A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72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82916825a8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82916825a8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283abac32b5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283abac32b5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1dfcdb350d8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1dfcdb350d8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>
          <a:extLst>
            <a:ext uri="{FF2B5EF4-FFF2-40B4-BE49-F238E27FC236}">
              <a16:creationId xmlns:a16="http://schemas.microsoft.com/office/drawing/2014/main" id="{3ECAC767-B064-271E-2C58-C7B234BD2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82916825a8_0_87:notes">
            <a:extLst>
              <a:ext uri="{FF2B5EF4-FFF2-40B4-BE49-F238E27FC236}">
                <a16:creationId xmlns:a16="http://schemas.microsoft.com/office/drawing/2014/main" id="{3A7632AB-D4C7-ACE4-F37C-3061042AF0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82916825a8_0_87:notes">
            <a:extLst>
              <a:ext uri="{FF2B5EF4-FFF2-40B4-BE49-F238E27FC236}">
                <a16:creationId xmlns:a16="http://schemas.microsoft.com/office/drawing/2014/main" id="{1662EC84-260A-A547-738E-F260277DCA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37822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g283abac32b5_0_4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0" name="Google Shape;1350;g283abac32b5_0_4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82916825a8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282916825a8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g283abac32b5_0_43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7" name="Google Shape;1557;g283abac32b5_0_43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283abac32b5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283abac32b5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283abac32b5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283abac32b5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246025" y="646925"/>
            <a:ext cx="4184700" cy="21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246000" y="2848275"/>
            <a:ext cx="3777000" cy="4758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713225" y="2529050"/>
            <a:ext cx="5010600" cy="95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170075"/>
            <a:ext cx="1654200" cy="11892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5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713225" y="3483525"/>
            <a:ext cx="5010600" cy="4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subTitle" idx="1"/>
          </p:nvPr>
        </p:nvSpPr>
        <p:spPr>
          <a:xfrm>
            <a:off x="720000" y="1758900"/>
            <a:ext cx="40506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4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>
            <a:spLocks noGrp="1"/>
          </p:cNvSpPr>
          <p:nvPr>
            <p:ph type="pic" idx="2"/>
          </p:nvPr>
        </p:nvSpPr>
        <p:spPr>
          <a:xfrm>
            <a:off x="5119125" y="1414474"/>
            <a:ext cx="2987100" cy="29871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"/>
          <p:cNvSpPr txBox="1">
            <a:spLocks noGrp="1"/>
          </p:cNvSpPr>
          <p:nvPr>
            <p:ph type="title"/>
          </p:nvPr>
        </p:nvSpPr>
        <p:spPr>
          <a:xfrm>
            <a:off x="1787625" y="1386225"/>
            <a:ext cx="37611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subTitle" idx="1"/>
          </p:nvPr>
        </p:nvSpPr>
        <p:spPr>
          <a:xfrm>
            <a:off x="1787625" y="1808075"/>
            <a:ext cx="376110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title" idx="2" hasCustomPrompt="1"/>
          </p:nvPr>
        </p:nvSpPr>
        <p:spPr>
          <a:xfrm>
            <a:off x="734625" y="1528602"/>
            <a:ext cx="915300" cy="5619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6" name="Google Shape;46;p13"/>
          <p:cNvSpPr txBox="1">
            <a:spLocks noGrp="1"/>
          </p:cNvSpPr>
          <p:nvPr>
            <p:ph type="title" idx="3"/>
          </p:nvPr>
        </p:nvSpPr>
        <p:spPr>
          <a:xfrm>
            <a:off x="1787625" y="2980525"/>
            <a:ext cx="37464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subTitle" idx="4"/>
          </p:nvPr>
        </p:nvSpPr>
        <p:spPr>
          <a:xfrm>
            <a:off x="1787625" y="3402375"/>
            <a:ext cx="374640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title" idx="5" hasCustomPrompt="1"/>
          </p:nvPr>
        </p:nvSpPr>
        <p:spPr>
          <a:xfrm>
            <a:off x="720000" y="3122902"/>
            <a:ext cx="915300" cy="5619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9" name="Google Shape;49;p13"/>
          <p:cNvSpPr txBox="1">
            <a:spLocks noGrp="1"/>
          </p:cNvSpPr>
          <p:nvPr>
            <p:ph type="title" idx="6"/>
          </p:nvPr>
        </p:nvSpPr>
        <p:spPr>
          <a:xfrm>
            <a:off x="1787625" y="2183376"/>
            <a:ext cx="37611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subTitle" idx="7"/>
          </p:nvPr>
        </p:nvSpPr>
        <p:spPr>
          <a:xfrm>
            <a:off x="1787625" y="2605225"/>
            <a:ext cx="376110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title" idx="8" hasCustomPrompt="1"/>
          </p:nvPr>
        </p:nvSpPr>
        <p:spPr>
          <a:xfrm>
            <a:off x="720000" y="2325752"/>
            <a:ext cx="915300" cy="5619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 idx="9"/>
          </p:nvPr>
        </p:nvSpPr>
        <p:spPr>
          <a:xfrm>
            <a:off x="1787625" y="3777676"/>
            <a:ext cx="37464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3"/>
          </p:nvPr>
        </p:nvSpPr>
        <p:spPr>
          <a:xfrm>
            <a:off x="1787625" y="4199525"/>
            <a:ext cx="374640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 idx="14" hasCustomPrompt="1"/>
          </p:nvPr>
        </p:nvSpPr>
        <p:spPr>
          <a:xfrm>
            <a:off x="720000" y="3920052"/>
            <a:ext cx="915300" cy="5619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 idx="15"/>
          </p:nvPr>
        </p:nvSpPr>
        <p:spPr>
          <a:xfrm>
            <a:off x="734625" y="539500"/>
            <a:ext cx="4814100" cy="5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4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4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>
            <a:off x="2991904" y="1948008"/>
            <a:ext cx="54387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subTitle" idx="1"/>
          </p:nvPr>
        </p:nvSpPr>
        <p:spPr>
          <a:xfrm>
            <a:off x="2992006" y="539482"/>
            <a:ext cx="5438700" cy="129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3"/>
          <p:cNvSpPr txBox="1">
            <a:spLocks noGrp="1"/>
          </p:cNvSpPr>
          <p:nvPr>
            <p:ph type="title"/>
          </p:nvPr>
        </p:nvSpPr>
        <p:spPr>
          <a:xfrm>
            <a:off x="1218225" y="1490125"/>
            <a:ext cx="2611200" cy="122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4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subTitle" idx="1"/>
          </p:nvPr>
        </p:nvSpPr>
        <p:spPr>
          <a:xfrm>
            <a:off x="1218225" y="2635175"/>
            <a:ext cx="2611200" cy="101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oogle Shape;166;p37"/>
          <p:cNvGrpSpPr/>
          <p:nvPr/>
        </p:nvGrpSpPr>
        <p:grpSpPr>
          <a:xfrm>
            <a:off x="466169" y="422900"/>
            <a:ext cx="942008" cy="887961"/>
            <a:chOff x="5656675" y="539500"/>
            <a:chExt cx="668850" cy="630475"/>
          </a:xfrm>
        </p:grpSpPr>
        <p:grpSp>
          <p:nvGrpSpPr>
            <p:cNvPr id="167" name="Google Shape;167;p37"/>
            <p:cNvGrpSpPr/>
            <p:nvPr/>
          </p:nvGrpSpPr>
          <p:grpSpPr>
            <a:xfrm>
              <a:off x="5656675" y="539500"/>
              <a:ext cx="668850" cy="630475"/>
              <a:chOff x="5656675" y="539500"/>
              <a:chExt cx="668850" cy="630475"/>
            </a:xfrm>
          </p:grpSpPr>
          <p:sp>
            <p:nvSpPr>
              <p:cNvPr id="168" name="Google Shape;168;p37"/>
              <p:cNvSpPr/>
              <p:nvPr/>
            </p:nvSpPr>
            <p:spPr>
              <a:xfrm>
                <a:off x="5656675" y="539500"/>
                <a:ext cx="630475" cy="630475"/>
              </a:xfrm>
              <a:custGeom>
                <a:avLst/>
                <a:gdLst/>
                <a:ahLst/>
                <a:cxnLst/>
                <a:rect l="l" t="t" r="r" b="b"/>
                <a:pathLst>
                  <a:path w="25219" h="25219" extrusionOk="0">
                    <a:moveTo>
                      <a:pt x="12610" y="0"/>
                    </a:moveTo>
                    <a:cubicBezTo>
                      <a:pt x="6572" y="0"/>
                      <a:pt x="1535" y="4236"/>
                      <a:pt x="301" y="9874"/>
                    </a:cubicBezTo>
                    <a:cubicBezTo>
                      <a:pt x="268" y="9907"/>
                      <a:pt x="268" y="9941"/>
                      <a:pt x="268" y="9941"/>
                    </a:cubicBezTo>
                    <a:cubicBezTo>
                      <a:pt x="268" y="10041"/>
                      <a:pt x="234" y="10107"/>
                      <a:pt x="234" y="10207"/>
                    </a:cubicBezTo>
                    <a:cubicBezTo>
                      <a:pt x="201" y="10374"/>
                      <a:pt x="168" y="10574"/>
                      <a:pt x="134" y="10741"/>
                    </a:cubicBezTo>
                    <a:cubicBezTo>
                      <a:pt x="101" y="10841"/>
                      <a:pt x="101" y="10908"/>
                      <a:pt x="101" y="11008"/>
                    </a:cubicBezTo>
                    <a:cubicBezTo>
                      <a:pt x="68" y="11108"/>
                      <a:pt x="68" y="11208"/>
                      <a:pt x="68" y="11275"/>
                    </a:cubicBezTo>
                    <a:cubicBezTo>
                      <a:pt x="34" y="11442"/>
                      <a:pt x="34" y="11575"/>
                      <a:pt x="34" y="11742"/>
                    </a:cubicBezTo>
                    <a:cubicBezTo>
                      <a:pt x="1" y="11909"/>
                      <a:pt x="1" y="12075"/>
                      <a:pt x="1" y="12276"/>
                    </a:cubicBezTo>
                    <a:cubicBezTo>
                      <a:pt x="1" y="12376"/>
                      <a:pt x="1" y="12509"/>
                      <a:pt x="1" y="12609"/>
                    </a:cubicBezTo>
                    <a:cubicBezTo>
                      <a:pt x="1" y="19581"/>
                      <a:pt x="5638" y="25218"/>
                      <a:pt x="12610" y="25218"/>
                    </a:cubicBezTo>
                    <a:lnTo>
                      <a:pt x="13244" y="25218"/>
                    </a:lnTo>
                    <a:cubicBezTo>
                      <a:pt x="13344" y="25218"/>
                      <a:pt x="13477" y="25218"/>
                      <a:pt x="13577" y="25185"/>
                    </a:cubicBezTo>
                    <a:cubicBezTo>
                      <a:pt x="13711" y="25185"/>
                      <a:pt x="13844" y="25185"/>
                      <a:pt x="13944" y="25151"/>
                    </a:cubicBezTo>
                    <a:cubicBezTo>
                      <a:pt x="14044" y="25151"/>
                      <a:pt x="14111" y="25151"/>
                      <a:pt x="14211" y="25118"/>
                    </a:cubicBezTo>
                    <a:cubicBezTo>
                      <a:pt x="14311" y="25118"/>
                      <a:pt x="14411" y="25085"/>
                      <a:pt x="14511" y="25085"/>
                    </a:cubicBezTo>
                    <a:cubicBezTo>
                      <a:pt x="14678" y="25051"/>
                      <a:pt x="14811" y="25051"/>
                      <a:pt x="14945" y="25018"/>
                    </a:cubicBezTo>
                    <a:cubicBezTo>
                      <a:pt x="15212" y="24951"/>
                      <a:pt x="15479" y="24918"/>
                      <a:pt x="15745" y="24851"/>
                    </a:cubicBezTo>
                    <a:cubicBezTo>
                      <a:pt x="15745" y="24851"/>
                      <a:pt x="15745" y="24818"/>
                      <a:pt x="15745" y="24818"/>
                    </a:cubicBezTo>
                    <a:cubicBezTo>
                      <a:pt x="17046" y="24484"/>
                      <a:pt x="18281" y="23951"/>
                      <a:pt x="19381" y="23250"/>
                    </a:cubicBezTo>
                    <a:cubicBezTo>
                      <a:pt x="21750" y="21749"/>
                      <a:pt x="23551" y="19514"/>
                      <a:pt x="24485" y="16812"/>
                    </a:cubicBezTo>
                    <a:cubicBezTo>
                      <a:pt x="24618" y="16479"/>
                      <a:pt x="24719" y="16145"/>
                      <a:pt x="24819" y="15811"/>
                    </a:cubicBezTo>
                    <a:cubicBezTo>
                      <a:pt x="24852" y="15645"/>
                      <a:pt x="24885" y="15478"/>
                      <a:pt x="24919" y="15311"/>
                    </a:cubicBezTo>
                    <a:cubicBezTo>
                      <a:pt x="24952" y="15144"/>
                      <a:pt x="24985" y="15011"/>
                      <a:pt x="25019" y="14877"/>
                    </a:cubicBezTo>
                    <a:cubicBezTo>
                      <a:pt x="25019" y="14877"/>
                      <a:pt x="25019" y="14844"/>
                      <a:pt x="25019" y="14844"/>
                    </a:cubicBezTo>
                    <a:cubicBezTo>
                      <a:pt x="25019" y="14811"/>
                      <a:pt x="25052" y="14744"/>
                      <a:pt x="25052" y="14677"/>
                    </a:cubicBezTo>
                    <a:cubicBezTo>
                      <a:pt x="25085" y="14544"/>
                      <a:pt x="25085" y="14410"/>
                      <a:pt x="25119" y="14244"/>
                    </a:cubicBezTo>
                    <a:cubicBezTo>
                      <a:pt x="25119" y="14244"/>
                      <a:pt x="25119" y="14244"/>
                      <a:pt x="25119" y="14210"/>
                    </a:cubicBezTo>
                    <a:cubicBezTo>
                      <a:pt x="25119" y="14043"/>
                      <a:pt x="25152" y="13877"/>
                      <a:pt x="25186" y="13710"/>
                    </a:cubicBezTo>
                    <a:cubicBezTo>
                      <a:pt x="25186" y="13576"/>
                      <a:pt x="25186" y="13443"/>
                      <a:pt x="25186" y="13343"/>
                    </a:cubicBezTo>
                    <a:cubicBezTo>
                      <a:pt x="25186" y="13310"/>
                      <a:pt x="25186" y="13276"/>
                      <a:pt x="25186" y="13276"/>
                    </a:cubicBezTo>
                    <a:cubicBezTo>
                      <a:pt x="25219" y="13210"/>
                      <a:pt x="25219" y="13109"/>
                      <a:pt x="25219" y="13043"/>
                    </a:cubicBezTo>
                    <a:cubicBezTo>
                      <a:pt x="25219" y="12909"/>
                      <a:pt x="25219" y="12776"/>
                      <a:pt x="25219" y="12609"/>
                    </a:cubicBezTo>
                    <a:cubicBezTo>
                      <a:pt x="25219" y="12509"/>
                      <a:pt x="25219" y="12376"/>
                      <a:pt x="25219" y="12276"/>
                    </a:cubicBezTo>
                    <a:cubicBezTo>
                      <a:pt x="25219" y="12075"/>
                      <a:pt x="25186" y="11909"/>
                      <a:pt x="25186" y="11742"/>
                    </a:cubicBezTo>
                    <a:cubicBezTo>
                      <a:pt x="25186" y="11575"/>
                      <a:pt x="25152" y="11442"/>
                      <a:pt x="25152" y="11275"/>
                    </a:cubicBezTo>
                    <a:cubicBezTo>
                      <a:pt x="25152" y="11208"/>
                      <a:pt x="25119" y="11108"/>
                      <a:pt x="25119" y="11008"/>
                    </a:cubicBezTo>
                    <a:cubicBezTo>
                      <a:pt x="25119" y="10908"/>
                      <a:pt x="25085" y="10841"/>
                      <a:pt x="25085" y="10741"/>
                    </a:cubicBezTo>
                    <a:cubicBezTo>
                      <a:pt x="25052" y="10574"/>
                      <a:pt x="25019" y="10374"/>
                      <a:pt x="24985" y="10207"/>
                    </a:cubicBezTo>
                    <a:cubicBezTo>
                      <a:pt x="24985" y="10107"/>
                      <a:pt x="24952" y="10041"/>
                      <a:pt x="24919" y="9941"/>
                    </a:cubicBezTo>
                    <a:cubicBezTo>
                      <a:pt x="24919" y="9941"/>
                      <a:pt x="24919" y="9907"/>
                      <a:pt x="24919" y="9874"/>
                    </a:cubicBezTo>
                    <a:cubicBezTo>
                      <a:pt x="23651" y="4236"/>
                      <a:pt x="18614" y="0"/>
                      <a:pt x="126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37"/>
              <p:cNvSpPr/>
              <p:nvPr/>
            </p:nvSpPr>
            <p:spPr>
              <a:xfrm>
                <a:off x="5656675" y="786325"/>
                <a:ext cx="668850" cy="383650"/>
              </a:xfrm>
              <a:custGeom>
                <a:avLst/>
                <a:gdLst/>
                <a:ahLst/>
                <a:cxnLst/>
                <a:rect l="l" t="t" r="r" b="b"/>
                <a:pathLst>
                  <a:path w="26754" h="15346" extrusionOk="0">
                    <a:moveTo>
                      <a:pt x="301" y="1"/>
                    </a:moveTo>
                    <a:cubicBezTo>
                      <a:pt x="268" y="34"/>
                      <a:pt x="268" y="68"/>
                      <a:pt x="268" y="68"/>
                    </a:cubicBezTo>
                    <a:cubicBezTo>
                      <a:pt x="268" y="168"/>
                      <a:pt x="234" y="234"/>
                      <a:pt x="234" y="334"/>
                    </a:cubicBezTo>
                    <a:cubicBezTo>
                      <a:pt x="201" y="501"/>
                      <a:pt x="168" y="701"/>
                      <a:pt x="134" y="868"/>
                    </a:cubicBezTo>
                    <a:cubicBezTo>
                      <a:pt x="101" y="968"/>
                      <a:pt x="101" y="1035"/>
                      <a:pt x="101" y="1135"/>
                    </a:cubicBezTo>
                    <a:cubicBezTo>
                      <a:pt x="68" y="1235"/>
                      <a:pt x="68" y="1335"/>
                      <a:pt x="68" y="1402"/>
                    </a:cubicBezTo>
                    <a:cubicBezTo>
                      <a:pt x="34" y="1569"/>
                      <a:pt x="34" y="1702"/>
                      <a:pt x="34" y="1869"/>
                    </a:cubicBezTo>
                    <a:cubicBezTo>
                      <a:pt x="1" y="2036"/>
                      <a:pt x="1" y="2202"/>
                      <a:pt x="1" y="2403"/>
                    </a:cubicBezTo>
                    <a:cubicBezTo>
                      <a:pt x="1" y="2503"/>
                      <a:pt x="1" y="2636"/>
                      <a:pt x="1" y="2736"/>
                    </a:cubicBezTo>
                    <a:cubicBezTo>
                      <a:pt x="1" y="9708"/>
                      <a:pt x="5638" y="15345"/>
                      <a:pt x="12610" y="15345"/>
                    </a:cubicBezTo>
                    <a:lnTo>
                      <a:pt x="13244" y="15345"/>
                    </a:lnTo>
                    <a:cubicBezTo>
                      <a:pt x="13344" y="15345"/>
                      <a:pt x="13477" y="15345"/>
                      <a:pt x="13577" y="15312"/>
                    </a:cubicBezTo>
                    <a:cubicBezTo>
                      <a:pt x="13711" y="15312"/>
                      <a:pt x="13844" y="15312"/>
                      <a:pt x="13944" y="15278"/>
                    </a:cubicBezTo>
                    <a:cubicBezTo>
                      <a:pt x="14044" y="15278"/>
                      <a:pt x="14111" y="15278"/>
                      <a:pt x="14211" y="15245"/>
                    </a:cubicBezTo>
                    <a:cubicBezTo>
                      <a:pt x="14311" y="15245"/>
                      <a:pt x="14411" y="15212"/>
                      <a:pt x="14511" y="15212"/>
                    </a:cubicBezTo>
                    <a:cubicBezTo>
                      <a:pt x="14678" y="15178"/>
                      <a:pt x="14811" y="15178"/>
                      <a:pt x="14945" y="15145"/>
                    </a:cubicBezTo>
                    <a:cubicBezTo>
                      <a:pt x="15212" y="15078"/>
                      <a:pt x="15479" y="15045"/>
                      <a:pt x="15745" y="14978"/>
                    </a:cubicBezTo>
                    <a:cubicBezTo>
                      <a:pt x="15745" y="14978"/>
                      <a:pt x="15745" y="14945"/>
                      <a:pt x="15745" y="14945"/>
                    </a:cubicBezTo>
                    <a:cubicBezTo>
                      <a:pt x="17046" y="14611"/>
                      <a:pt x="18281" y="14078"/>
                      <a:pt x="19381" y="13377"/>
                    </a:cubicBezTo>
                    <a:lnTo>
                      <a:pt x="26753" y="15345"/>
                    </a:lnTo>
                    <a:lnTo>
                      <a:pt x="24485" y="6939"/>
                    </a:lnTo>
                    <a:cubicBezTo>
                      <a:pt x="24618" y="6639"/>
                      <a:pt x="24719" y="6272"/>
                      <a:pt x="24819" y="5938"/>
                    </a:cubicBezTo>
                    <a:cubicBezTo>
                      <a:pt x="24852" y="5772"/>
                      <a:pt x="24885" y="5605"/>
                      <a:pt x="24919" y="5438"/>
                    </a:cubicBezTo>
                    <a:cubicBezTo>
                      <a:pt x="24952" y="5271"/>
                      <a:pt x="24985" y="5138"/>
                      <a:pt x="25019" y="5004"/>
                    </a:cubicBezTo>
                    <a:cubicBezTo>
                      <a:pt x="25019" y="5004"/>
                      <a:pt x="25019" y="4971"/>
                      <a:pt x="25019" y="4971"/>
                    </a:cubicBezTo>
                    <a:cubicBezTo>
                      <a:pt x="25019" y="4938"/>
                      <a:pt x="25052" y="4871"/>
                      <a:pt x="25052" y="4804"/>
                    </a:cubicBezTo>
                    <a:cubicBezTo>
                      <a:pt x="25085" y="4671"/>
                      <a:pt x="25085" y="4537"/>
                      <a:pt x="25119" y="4371"/>
                    </a:cubicBezTo>
                    <a:cubicBezTo>
                      <a:pt x="25119" y="4371"/>
                      <a:pt x="25119" y="4371"/>
                      <a:pt x="25119" y="4337"/>
                    </a:cubicBezTo>
                    <a:cubicBezTo>
                      <a:pt x="25152" y="4170"/>
                      <a:pt x="25152" y="4004"/>
                      <a:pt x="25186" y="3837"/>
                    </a:cubicBezTo>
                    <a:cubicBezTo>
                      <a:pt x="25186" y="3703"/>
                      <a:pt x="25186" y="3570"/>
                      <a:pt x="25186" y="3470"/>
                    </a:cubicBezTo>
                    <a:cubicBezTo>
                      <a:pt x="25186" y="3437"/>
                      <a:pt x="25186" y="3403"/>
                      <a:pt x="25186" y="3403"/>
                    </a:cubicBezTo>
                    <a:cubicBezTo>
                      <a:pt x="25219" y="3337"/>
                      <a:pt x="25219" y="3236"/>
                      <a:pt x="25219" y="3170"/>
                    </a:cubicBezTo>
                    <a:cubicBezTo>
                      <a:pt x="25219" y="3036"/>
                      <a:pt x="25219" y="2903"/>
                      <a:pt x="25219" y="2736"/>
                    </a:cubicBezTo>
                    <a:cubicBezTo>
                      <a:pt x="25219" y="2636"/>
                      <a:pt x="25219" y="2503"/>
                      <a:pt x="25219" y="2403"/>
                    </a:cubicBezTo>
                    <a:cubicBezTo>
                      <a:pt x="25219" y="2202"/>
                      <a:pt x="25186" y="2036"/>
                      <a:pt x="25186" y="1869"/>
                    </a:cubicBezTo>
                    <a:cubicBezTo>
                      <a:pt x="25186" y="1702"/>
                      <a:pt x="25152" y="1569"/>
                      <a:pt x="25152" y="1402"/>
                    </a:cubicBezTo>
                    <a:cubicBezTo>
                      <a:pt x="25152" y="1335"/>
                      <a:pt x="25119" y="1235"/>
                      <a:pt x="25119" y="1135"/>
                    </a:cubicBezTo>
                    <a:cubicBezTo>
                      <a:pt x="25119" y="1035"/>
                      <a:pt x="25085" y="968"/>
                      <a:pt x="25085" y="868"/>
                    </a:cubicBezTo>
                    <a:cubicBezTo>
                      <a:pt x="25052" y="701"/>
                      <a:pt x="25019" y="501"/>
                      <a:pt x="24985" y="334"/>
                    </a:cubicBezTo>
                    <a:cubicBezTo>
                      <a:pt x="24985" y="234"/>
                      <a:pt x="24952" y="168"/>
                      <a:pt x="24919" y="68"/>
                    </a:cubicBezTo>
                    <a:cubicBezTo>
                      <a:pt x="24919" y="68"/>
                      <a:pt x="24919" y="34"/>
                      <a:pt x="24919" y="1"/>
                    </a:cubicBezTo>
                    <a:cubicBezTo>
                      <a:pt x="23651" y="5638"/>
                      <a:pt x="18614" y="9875"/>
                      <a:pt x="12610" y="9875"/>
                    </a:cubicBezTo>
                    <a:cubicBezTo>
                      <a:pt x="6572" y="9875"/>
                      <a:pt x="1535" y="5638"/>
                      <a:pt x="3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0" name="Google Shape;170;p37"/>
            <p:cNvGrpSpPr/>
            <p:nvPr/>
          </p:nvGrpSpPr>
          <p:grpSpPr>
            <a:xfrm>
              <a:off x="5781366" y="668326"/>
              <a:ext cx="373802" cy="372773"/>
              <a:chOff x="1852725" y="2150500"/>
              <a:chExt cx="222700" cy="222100"/>
            </a:xfrm>
          </p:grpSpPr>
          <p:sp>
            <p:nvSpPr>
              <p:cNvPr id="171" name="Google Shape;171;p37"/>
              <p:cNvSpPr/>
              <p:nvPr/>
            </p:nvSpPr>
            <p:spPr>
              <a:xfrm>
                <a:off x="1852725" y="2150500"/>
                <a:ext cx="222700" cy="222100"/>
              </a:xfrm>
              <a:custGeom>
                <a:avLst/>
                <a:gdLst/>
                <a:ahLst/>
                <a:cxnLst/>
                <a:rect l="l" t="t" r="r" b="b"/>
                <a:pathLst>
                  <a:path w="8908" h="8884" extrusionOk="0">
                    <a:moveTo>
                      <a:pt x="7431" y="1215"/>
                    </a:moveTo>
                    <a:cubicBezTo>
                      <a:pt x="7574" y="1215"/>
                      <a:pt x="7693" y="1334"/>
                      <a:pt x="7693" y="1477"/>
                    </a:cubicBezTo>
                    <a:cubicBezTo>
                      <a:pt x="7693" y="1620"/>
                      <a:pt x="7574" y="1739"/>
                      <a:pt x="7431" y="1739"/>
                    </a:cubicBezTo>
                    <a:cubicBezTo>
                      <a:pt x="7264" y="1739"/>
                      <a:pt x="7169" y="1620"/>
                      <a:pt x="7169" y="1477"/>
                    </a:cubicBezTo>
                    <a:cubicBezTo>
                      <a:pt x="7169" y="1334"/>
                      <a:pt x="7264" y="1215"/>
                      <a:pt x="7431" y="1215"/>
                    </a:cubicBezTo>
                    <a:close/>
                    <a:moveTo>
                      <a:pt x="1501" y="7145"/>
                    </a:moveTo>
                    <a:cubicBezTo>
                      <a:pt x="1644" y="7145"/>
                      <a:pt x="1763" y="7264"/>
                      <a:pt x="1763" y="7407"/>
                    </a:cubicBezTo>
                    <a:cubicBezTo>
                      <a:pt x="1763" y="7550"/>
                      <a:pt x="1644" y="7669"/>
                      <a:pt x="1501" y="7669"/>
                    </a:cubicBezTo>
                    <a:cubicBezTo>
                      <a:pt x="1358" y="7669"/>
                      <a:pt x="1239" y="7550"/>
                      <a:pt x="1239" y="7407"/>
                    </a:cubicBezTo>
                    <a:cubicBezTo>
                      <a:pt x="1239" y="7264"/>
                      <a:pt x="1358" y="7145"/>
                      <a:pt x="1501" y="7145"/>
                    </a:cubicBezTo>
                    <a:close/>
                    <a:moveTo>
                      <a:pt x="4454" y="501"/>
                    </a:moveTo>
                    <a:cubicBezTo>
                      <a:pt x="5264" y="501"/>
                      <a:pt x="6026" y="763"/>
                      <a:pt x="6693" y="1215"/>
                    </a:cubicBezTo>
                    <a:cubicBezTo>
                      <a:pt x="6645" y="1286"/>
                      <a:pt x="6645" y="1382"/>
                      <a:pt x="6645" y="1477"/>
                    </a:cubicBezTo>
                    <a:cubicBezTo>
                      <a:pt x="6645" y="1906"/>
                      <a:pt x="6979" y="2263"/>
                      <a:pt x="7431" y="2263"/>
                    </a:cubicBezTo>
                    <a:cubicBezTo>
                      <a:pt x="7526" y="2263"/>
                      <a:pt x="7622" y="2239"/>
                      <a:pt x="7693" y="2215"/>
                    </a:cubicBezTo>
                    <a:cubicBezTo>
                      <a:pt x="8145" y="2858"/>
                      <a:pt x="8384" y="3644"/>
                      <a:pt x="8384" y="4430"/>
                    </a:cubicBezTo>
                    <a:cubicBezTo>
                      <a:pt x="8384" y="5478"/>
                      <a:pt x="7979" y="6478"/>
                      <a:pt x="7240" y="7216"/>
                    </a:cubicBezTo>
                    <a:cubicBezTo>
                      <a:pt x="6502" y="7954"/>
                      <a:pt x="5502" y="8359"/>
                      <a:pt x="4454" y="8359"/>
                    </a:cubicBezTo>
                    <a:cubicBezTo>
                      <a:pt x="3645" y="8359"/>
                      <a:pt x="2882" y="8121"/>
                      <a:pt x="2239" y="7669"/>
                    </a:cubicBezTo>
                    <a:cubicBezTo>
                      <a:pt x="2263" y="7597"/>
                      <a:pt x="2287" y="7502"/>
                      <a:pt x="2287" y="7407"/>
                    </a:cubicBezTo>
                    <a:cubicBezTo>
                      <a:pt x="2287" y="6978"/>
                      <a:pt x="1930" y="6621"/>
                      <a:pt x="1501" y="6621"/>
                    </a:cubicBezTo>
                    <a:cubicBezTo>
                      <a:pt x="1406" y="6621"/>
                      <a:pt x="1311" y="6645"/>
                      <a:pt x="1215" y="6668"/>
                    </a:cubicBezTo>
                    <a:cubicBezTo>
                      <a:pt x="763" y="6025"/>
                      <a:pt x="525" y="5240"/>
                      <a:pt x="525" y="4430"/>
                    </a:cubicBezTo>
                    <a:cubicBezTo>
                      <a:pt x="525" y="3382"/>
                      <a:pt x="930" y="2406"/>
                      <a:pt x="1692" y="1667"/>
                    </a:cubicBezTo>
                    <a:cubicBezTo>
                      <a:pt x="2430" y="929"/>
                      <a:pt x="3406" y="501"/>
                      <a:pt x="4454" y="501"/>
                    </a:cubicBezTo>
                    <a:close/>
                    <a:moveTo>
                      <a:pt x="4454" y="0"/>
                    </a:moveTo>
                    <a:cubicBezTo>
                      <a:pt x="3263" y="0"/>
                      <a:pt x="2144" y="453"/>
                      <a:pt x="1311" y="1286"/>
                    </a:cubicBezTo>
                    <a:cubicBezTo>
                      <a:pt x="477" y="2144"/>
                      <a:pt x="1" y="3263"/>
                      <a:pt x="1" y="4430"/>
                    </a:cubicBezTo>
                    <a:cubicBezTo>
                      <a:pt x="1" y="5382"/>
                      <a:pt x="287" y="6264"/>
                      <a:pt x="811" y="7002"/>
                    </a:cubicBezTo>
                    <a:cubicBezTo>
                      <a:pt x="763" y="7121"/>
                      <a:pt x="715" y="7264"/>
                      <a:pt x="715" y="7407"/>
                    </a:cubicBezTo>
                    <a:cubicBezTo>
                      <a:pt x="715" y="7835"/>
                      <a:pt x="1073" y="8193"/>
                      <a:pt x="1501" y="8193"/>
                    </a:cubicBezTo>
                    <a:cubicBezTo>
                      <a:pt x="1644" y="8193"/>
                      <a:pt x="1787" y="8145"/>
                      <a:pt x="1882" y="8074"/>
                    </a:cubicBezTo>
                    <a:cubicBezTo>
                      <a:pt x="2644" y="8597"/>
                      <a:pt x="3525" y="8883"/>
                      <a:pt x="4454" y="8883"/>
                    </a:cubicBezTo>
                    <a:cubicBezTo>
                      <a:pt x="5645" y="8883"/>
                      <a:pt x="6764" y="8431"/>
                      <a:pt x="7598" y="7597"/>
                    </a:cubicBezTo>
                    <a:cubicBezTo>
                      <a:pt x="8455" y="6740"/>
                      <a:pt x="8908" y="5621"/>
                      <a:pt x="8908" y="4430"/>
                    </a:cubicBezTo>
                    <a:cubicBezTo>
                      <a:pt x="8908" y="3501"/>
                      <a:pt x="8622" y="2620"/>
                      <a:pt x="8098" y="1882"/>
                    </a:cubicBezTo>
                    <a:cubicBezTo>
                      <a:pt x="8169" y="1763"/>
                      <a:pt x="8193" y="1620"/>
                      <a:pt x="8193" y="1477"/>
                    </a:cubicBezTo>
                    <a:cubicBezTo>
                      <a:pt x="8193" y="1048"/>
                      <a:pt x="7860" y="691"/>
                      <a:pt x="7431" y="691"/>
                    </a:cubicBezTo>
                    <a:cubicBezTo>
                      <a:pt x="7264" y="691"/>
                      <a:pt x="7145" y="739"/>
                      <a:pt x="7026" y="810"/>
                    </a:cubicBezTo>
                    <a:cubicBezTo>
                      <a:pt x="6288" y="286"/>
                      <a:pt x="5383" y="0"/>
                      <a:pt x="445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37"/>
              <p:cNvSpPr/>
              <p:nvPr/>
            </p:nvSpPr>
            <p:spPr>
              <a:xfrm>
                <a:off x="1892025" y="2189800"/>
                <a:ext cx="144100" cy="143500"/>
              </a:xfrm>
              <a:custGeom>
                <a:avLst/>
                <a:gdLst/>
                <a:ahLst/>
                <a:cxnLst/>
                <a:rect l="l" t="t" r="r" b="b"/>
                <a:pathLst>
                  <a:path w="5764" h="5740" extrusionOk="0">
                    <a:moveTo>
                      <a:pt x="2620" y="524"/>
                    </a:moveTo>
                    <a:lnTo>
                      <a:pt x="2620" y="762"/>
                    </a:lnTo>
                    <a:cubicBezTo>
                      <a:pt x="2620" y="1215"/>
                      <a:pt x="2977" y="1548"/>
                      <a:pt x="3406" y="1548"/>
                    </a:cubicBezTo>
                    <a:cubicBezTo>
                      <a:pt x="3549" y="1548"/>
                      <a:pt x="3668" y="1667"/>
                      <a:pt x="3668" y="1810"/>
                    </a:cubicBezTo>
                    <a:cubicBezTo>
                      <a:pt x="3668" y="1977"/>
                      <a:pt x="3549" y="2072"/>
                      <a:pt x="3406" y="2072"/>
                    </a:cubicBezTo>
                    <a:lnTo>
                      <a:pt x="2358" y="2072"/>
                    </a:lnTo>
                    <a:cubicBezTo>
                      <a:pt x="1930" y="2072"/>
                      <a:pt x="1572" y="2429"/>
                      <a:pt x="1572" y="2858"/>
                    </a:cubicBezTo>
                    <a:cubicBezTo>
                      <a:pt x="1572" y="3025"/>
                      <a:pt x="1453" y="3120"/>
                      <a:pt x="1310" y="3120"/>
                    </a:cubicBezTo>
                    <a:lnTo>
                      <a:pt x="548" y="3120"/>
                    </a:lnTo>
                    <a:cubicBezTo>
                      <a:pt x="525" y="3048"/>
                      <a:pt x="525" y="2953"/>
                      <a:pt x="525" y="2858"/>
                    </a:cubicBezTo>
                    <a:cubicBezTo>
                      <a:pt x="525" y="1667"/>
                      <a:pt x="1453" y="667"/>
                      <a:pt x="2620" y="524"/>
                    </a:cubicBezTo>
                    <a:close/>
                    <a:moveTo>
                      <a:pt x="3144" y="524"/>
                    </a:moveTo>
                    <a:cubicBezTo>
                      <a:pt x="4335" y="667"/>
                      <a:pt x="5240" y="1667"/>
                      <a:pt x="5240" y="2858"/>
                    </a:cubicBezTo>
                    <a:cubicBezTo>
                      <a:pt x="5240" y="2953"/>
                      <a:pt x="5240" y="3048"/>
                      <a:pt x="5240" y="3120"/>
                    </a:cubicBezTo>
                    <a:lnTo>
                      <a:pt x="3930" y="3120"/>
                    </a:lnTo>
                    <a:cubicBezTo>
                      <a:pt x="3501" y="3120"/>
                      <a:pt x="3144" y="3477"/>
                      <a:pt x="3144" y="3906"/>
                    </a:cubicBezTo>
                    <a:cubicBezTo>
                      <a:pt x="3144" y="4049"/>
                      <a:pt x="3025" y="4168"/>
                      <a:pt x="2882" y="4168"/>
                    </a:cubicBezTo>
                    <a:lnTo>
                      <a:pt x="2358" y="4168"/>
                    </a:lnTo>
                    <a:cubicBezTo>
                      <a:pt x="1977" y="4168"/>
                      <a:pt x="1644" y="4453"/>
                      <a:pt x="1596" y="4835"/>
                    </a:cubicBezTo>
                    <a:cubicBezTo>
                      <a:pt x="1168" y="4549"/>
                      <a:pt x="834" y="4144"/>
                      <a:pt x="667" y="3644"/>
                    </a:cubicBezTo>
                    <a:lnTo>
                      <a:pt x="1310" y="3644"/>
                    </a:lnTo>
                    <a:cubicBezTo>
                      <a:pt x="1739" y="3644"/>
                      <a:pt x="2096" y="3310"/>
                      <a:pt x="2096" y="2858"/>
                    </a:cubicBezTo>
                    <a:cubicBezTo>
                      <a:pt x="2096" y="2715"/>
                      <a:pt x="2215" y="2596"/>
                      <a:pt x="2358" y="2596"/>
                    </a:cubicBezTo>
                    <a:lnTo>
                      <a:pt x="3406" y="2596"/>
                    </a:lnTo>
                    <a:cubicBezTo>
                      <a:pt x="3835" y="2596"/>
                      <a:pt x="4192" y="2263"/>
                      <a:pt x="4192" y="1810"/>
                    </a:cubicBezTo>
                    <a:cubicBezTo>
                      <a:pt x="4192" y="1381"/>
                      <a:pt x="3835" y="1048"/>
                      <a:pt x="3406" y="1048"/>
                    </a:cubicBezTo>
                    <a:cubicBezTo>
                      <a:pt x="3263" y="1048"/>
                      <a:pt x="3144" y="929"/>
                      <a:pt x="3144" y="762"/>
                    </a:cubicBezTo>
                    <a:lnTo>
                      <a:pt x="3144" y="524"/>
                    </a:lnTo>
                    <a:close/>
                    <a:moveTo>
                      <a:pt x="5121" y="3644"/>
                    </a:moveTo>
                    <a:cubicBezTo>
                      <a:pt x="4787" y="4573"/>
                      <a:pt x="3906" y="5216"/>
                      <a:pt x="2882" y="5216"/>
                    </a:cubicBezTo>
                    <a:cubicBezTo>
                      <a:pt x="2620" y="5216"/>
                      <a:pt x="2334" y="5168"/>
                      <a:pt x="2096" y="5096"/>
                    </a:cubicBezTo>
                    <a:lnTo>
                      <a:pt x="2096" y="4954"/>
                    </a:lnTo>
                    <a:cubicBezTo>
                      <a:pt x="2096" y="4811"/>
                      <a:pt x="2215" y="4692"/>
                      <a:pt x="2358" y="4692"/>
                    </a:cubicBezTo>
                    <a:lnTo>
                      <a:pt x="2882" y="4692"/>
                    </a:lnTo>
                    <a:cubicBezTo>
                      <a:pt x="3311" y="4692"/>
                      <a:pt x="3668" y="4358"/>
                      <a:pt x="3668" y="3906"/>
                    </a:cubicBezTo>
                    <a:cubicBezTo>
                      <a:pt x="3668" y="3763"/>
                      <a:pt x="3787" y="3644"/>
                      <a:pt x="3930" y="3644"/>
                    </a:cubicBezTo>
                    <a:close/>
                    <a:moveTo>
                      <a:pt x="2882" y="0"/>
                    </a:moveTo>
                    <a:cubicBezTo>
                      <a:pt x="1310" y="0"/>
                      <a:pt x="1" y="1286"/>
                      <a:pt x="1" y="2858"/>
                    </a:cubicBezTo>
                    <a:cubicBezTo>
                      <a:pt x="1" y="4453"/>
                      <a:pt x="1310" y="5739"/>
                      <a:pt x="2882" y="5739"/>
                    </a:cubicBezTo>
                    <a:cubicBezTo>
                      <a:pt x="4478" y="5739"/>
                      <a:pt x="5764" y="4453"/>
                      <a:pt x="5764" y="2858"/>
                    </a:cubicBezTo>
                    <a:cubicBezTo>
                      <a:pt x="5764" y="1286"/>
                      <a:pt x="4478" y="0"/>
                      <a:pt x="288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3" name="Google Shape;173;p37"/>
          <p:cNvGrpSpPr/>
          <p:nvPr/>
        </p:nvGrpSpPr>
        <p:grpSpPr>
          <a:xfrm flipH="1">
            <a:off x="7965888" y="3976117"/>
            <a:ext cx="578775" cy="525200"/>
            <a:chOff x="1698875" y="1584550"/>
            <a:chExt cx="578775" cy="525200"/>
          </a:xfrm>
        </p:grpSpPr>
        <p:sp>
          <p:nvSpPr>
            <p:cNvPr id="174" name="Google Shape;174;p37"/>
            <p:cNvSpPr/>
            <p:nvPr/>
          </p:nvSpPr>
          <p:spPr>
            <a:xfrm>
              <a:off x="1698875" y="1584550"/>
              <a:ext cx="578775" cy="394825"/>
            </a:xfrm>
            <a:custGeom>
              <a:avLst/>
              <a:gdLst/>
              <a:ahLst/>
              <a:cxnLst/>
              <a:rect l="l" t="t" r="r" b="b"/>
              <a:pathLst>
                <a:path w="23151" h="15793" extrusionOk="0">
                  <a:moveTo>
                    <a:pt x="18824" y="1"/>
                  </a:moveTo>
                  <a:cubicBezTo>
                    <a:pt x="9978" y="1"/>
                    <a:pt x="2000" y="6135"/>
                    <a:pt x="34" y="15126"/>
                  </a:cubicBezTo>
                  <a:cubicBezTo>
                    <a:pt x="1" y="15192"/>
                    <a:pt x="1" y="15293"/>
                    <a:pt x="1" y="15359"/>
                  </a:cubicBezTo>
                  <a:lnTo>
                    <a:pt x="2136" y="15793"/>
                  </a:lnTo>
                  <a:cubicBezTo>
                    <a:pt x="2136" y="15726"/>
                    <a:pt x="2169" y="15659"/>
                    <a:pt x="2169" y="15593"/>
                  </a:cubicBezTo>
                  <a:cubicBezTo>
                    <a:pt x="3170" y="10989"/>
                    <a:pt x="5938" y="7253"/>
                    <a:pt x="9641" y="4885"/>
                  </a:cubicBezTo>
                  <a:cubicBezTo>
                    <a:pt x="12338" y="3169"/>
                    <a:pt x="15522" y="2191"/>
                    <a:pt x="18848" y="2191"/>
                  </a:cubicBezTo>
                  <a:cubicBezTo>
                    <a:pt x="20047" y="2191"/>
                    <a:pt x="21264" y="2318"/>
                    <a:pt x="22484" y="2583"/>
                  </a:cubicBezTo>
                  <a:cubicBezTo>
                    <a:pt x="22550" y="2583"/>
                    <a:pt x="22584" y="2617"/>
                    <a:pt x="22650" y="2650"/>
                  </a:cubicBezTo>
                  <a:lnTo>
                    <a:pt x="23151" y="515"/>
                  </a:lnTo>
                  <a:cubicBezTo>
                    <a:pt x="23084" y="482"/>
                    <a:pt x="23017" y="482"/>
                    <a:pt x="22951" y="449"/>
                  </a:cubicBezTo>
                  <a:cubicBezTo>
                    <a:pt x="21567" y="146"/>
                    <a:pt x="20185" y="1"/>
                    <a:pt x="18824" y="1"/>
                  </a:cubicBezTo>
                  <a:close/>
                </a:path>
              </a:pathLst>
            </a:custGeom>
            <a:solidFill>
              <a:srgbClr val="FDBC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7"/>
            <p:cNvSpPr/>
            <p:nvPr/>
          </p:nvSpPr>
          <p:spPr>
            <a:xfrm>
              <a:off x="1840650" y="1729825"/>
              <a:ext cx="404475" cy="278750"/>
            </a:xfrm>
            <a:custGeom>
              <a:avLst/>
              <a:gdLst/>
              <a:ahLst/>
              <a:cxnLst/>
              <a:rect l="l" t="t" r="r" b="b"/>
              <a:pathLst>
                <a:path w="16179" h="11150" extrusionOk="0">
                  <a:moveTo>
                    <a:pt x="13147" y="0"/>
                  </a:moveTo>
                  <a:cubicBezTo>
                    <a:pt x="6969" y="0"/>
                    <a:pt x="1394" y="4271"/>
                    <a:pt x="34" y="10549"/>
                  </a:cubicBezTo>
                  <a:cubicBezTo>
                    <a:pt x="34" y="10616"/>
                    <a:pt x="34" y="10649"/>
                    <a:pt x="1" y="10716"/>
                  </a:cubicBezTo>
                  <a:lnTo>
                    <a:pt x="2135" y="11149"/>
                  </a:lnTo>
                  <a:cubicBezTo>
                    <a:pt x="2169" y="11116"/>
                    <a:pt x="2169" y="11083"/>
                    <a:pt x="2169" y="11016"/>
                  </a:cubicBezTo>
                  <a:cubicBezTo>
                    <a:pt x="2836" y="8014"/>
                    <a:pt x="4671" y="5512"/>
                    <a:pt x="7072" y="3978"/>
                  </a:cubicBezTo>
                  <a:cubicBezTo>
                    <a:pt x="8859" y="2827"/>
                    <a:pt x="10968" y="2180"/>
                    <a:pt x="13150" y="2180"/>
                  </a:cubicBezTo>
                  <a:cubicBezTo>
                    <a:pt x="13943" y="2180"/>
                    <a:pt x="14745" y="2265"/>
                    <a:pt x="15545" y="2443"/>
                  </a:cubicBezTo>
                  <a:cubicBezTo>
                    <a:pt x="15612" y="2443"/>
                    <a:pt x="15645" y="2476"/>
                    <a:pt x="15678" y="2476"/>
                  </a:cubicBezTo>
                  <a:lnTo>
                    <a:pt x="16179" y="342"/>
                  </a:lnTo>
                  <a:cubicBezTo>
                    <a:pt x="16112" y="342"/>
                    <a:pt x="16079" y="308"/>
                    <a:pt x="16012" y="308"/>
                  </a:cubicBezTo>
                  <a:cubicBezTo>
                    <a:pt x="15052" y="100"/>
                    <a:pt x="14092" y="0"/>
                    <a:pt x="13147" y="0"/>
                  </a:cubicBezTo>
                  <a:close/>
                </a:path>
              </a:pathLst>
            </a:custGeom>
            <a:solidFill>
              <a:srgbClr val="FDBC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37"/>
            <p:cNvSpPr/>
            <p:nvPr/>
          </p:nvSpPr>
          <p:spPr>
            <a:xfrm>
              <a:off x="1974075" y="1866325"/>
              <a:ext cx="240200" cy="169775"/>
            </a:xfrm>
            <a:custGeom>
              <a:avLst/>
              <a:gdLst/>
              <a:ahLst/>
              <a:cxnLst/>
              <a:rect l="l" t="t" r="r" b="b"/>
              <a:pathLst>
                <a:path w="9608" h="6791" extrusionOk="0">
                  <a:moveTo>
                    <a:pt x="7806" y="1"/>
                  </a:moveTo>
                  <a:cubicBezTo>
                    <a:pt x="4158" y="1"/>
                    <a:pt x="843" y="2527"/>
                    <a:pt x="34" y="6256"/>
                  </a:cubicBezTo>
                  <a:cubicBezTo>
                    <a:pt x="34" y="6290"/>
                    <a:pt x="34" y="6323"/>
                    <a:pt x="1" y="6357"/>
                  </a:cubicBezTo>
                  <a:lnTo>
                    <a:pt x="2169" y="6790"/>
                  </a:lnTo>
                  <a:cubicBezTo>
                    <a:pt x="2169" y="6757"/>
                    <a:pt x="2169" y="6757"/>
                    <a:pt x="2169" y="6723"/>
                  </a:cubicBezTo>
                  <a:cubicBezTo>
                    <a:pt x="2503" y="5189"/>
                    <a:pt x="3437" y="3888"/>
                    <a:pt x="4704" y="3088"/>
                  </a:cubicBezTo>
                  <a:cubicBezTo>
                    <a:pt x="5604" y="2504"/>
                    <a:pt x="6681" y="2186"/>
                    <a:pt x="7794" y="2186"/>
                  </a:cubicBezTo>
                  <a:cubicBezTo>
                    <a:pt x="8207" y="2186"/>
                    <a:pt x="8625" y="2230"/>
                    <a:pt x="9041" y="2320"/>
                  </a:cubicBezTo>
                  <a:lnTo>
                    <a:pt x="9107" y="2320"/>
                  </a:lnTo>
                  <a:lnTo>
                    <a:pt x="9608" y="219"/>
                  </a:lnTo>
                  <a:cubicBezTo>
                    <a:pt x="9574" y="185"/>
                    <a:pt x="9541" y="185"/>
                    <a:pt x="9508" y="185"/>
                  </a:cubicBezTo>
                  <a:cubicBezTo>
                    <a:pt x="8938" y="61"/>
                    <a:pt x="8368" y="1"/>
                    <a:pt x="7806" y="1"/>
                  </a:cubicBezTo>
                  <a:close/>
                </a:path>
              </a:pathLst>
            </a:custGeom>
            <a:solidFill>
              <a:srgbClr val="FDBC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7"/>
            <p:cNvSpPr/>
            <p:nvPr/>
          </p:nvSpPr>
          <p:spPr>
            <a:xfrm>
              <a:off x="2118350" y="2020575"/>
              <a:ext cx="101775" cy="89175"/>
            </a:xfrm>
            <a:custGeom>
              <a:avLst/>
              <a:gdLst/>
              <a:ahLst/>
              <a:cxnLst/>
              <a:rect l="l" t="t" r="r" b="b"/>
              <a:pathLst>
                <a:path w="4071" h="3567" extrusionOk="0">
                  <a:moveTo>
                    <a:pt x="2039" y="1"/>
                  </a:moveTo>
                  <a:cubicBezTo>
                    <a:pt x="1707" y="1"/>
                    <a:pt x="1370" y="93"/>
                    <a:pt x="1068" y="287"/>
                  </a:cubicBezTo>
                  <a:cubicBezTo>
                    <a:pt x="234" y="820"/>
                    <a:pt x="1" y="1921"/>
                    <a:pt x="534" y="2755"/>
                  </a:cubicBezTo>
                  <a:cubicBezTo>
                    <a:pt x="879" y="3272"/>
                    <a:pt x="1460" y="3566"/>
                    <a:pt x="2053" y="3566"/>
                  </a:cubicBezTo>
                  <a:cubicBezTo>
                    <a:pt x="2378" y="3566"/>
                    <a:pt x="2707" y="3478"/>
                    <a:pt x="3003" y="3289"/>
                  </a:cubicBezTo>
                  <a:cubicBezTo>
                    <a:pt x="3803" y="2755"/>
                    <a:pt x="4070" y="1654"/>
                    <a:pt x="3536" y="820"/>
                  </a:cubicBezTo>
                  <a:cubicBezTo>
                    <a:pt x="3196" y="288"/>
                    <a:pt x="2625" y="1"/>
                    <a:pt x="2039" y="1"/>
                  </a:cubicBezTo>
                  <a:close/>
                </a:path>
              </a:pathLst>
            </a:custGeom>
            <a:solidFill>
              <a:srgbClr val="FDBC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" name="Google Shape;178;p37"/>
          <p:cNvGrpSpPr/>
          <p:nvPr/>
        </p:nvGrpSpPr>
        <p:grpSpPr>
          <a:xfrm>
            <a:off x="8076800" y="485350"/>
            <a:ext cx="467875" cy="467850"/>
            <a:chOff x="5425700" y="2807450"/>
            <a:chExt cx="467875" cy="467850"/>
          </a:xfrm>
        </p:grpSpPr>
        <p:sp>
          <p:nvSpPr>
            <p:cNvPr id="179" name="Google Shape;179;p37"/>
            <p:cNvSpPr/>
            <p:nvPr/>
          </p:nvSpPr>
          <p:spPr>
            <a:xfrm>
              <a:off x="5660050" y="2807450"/>
              <a:ext cx="25" cy="134300"/>
            </a:xfrm>
            <a:custGeom>
              <a:avLst/>
              <a:gdLst/>
              <a:ahLst/>
              <a:cxnLst/>
              <a:rect l="l" t="t" r="r" b="b"/>
              <a:pathLst>
                <a:path w="1" h="5372" fill="none" extrusionOk="0">
                  <a:moveTo>
                    <a:pt x="0" y="1"/>
                  </a:moveTo>
                  <a:lnTo>
                    <a:pt x="0" y="537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37"/>
            <p:cNvSpPr/>
            <p:nvPr/>
          </p:nvSpPr>
          <p:spPr>
            <a:xfrm>
              <a:off x="5730100" y="2875825"/>
              <a:ext cx="95100" cy="95100"/>
            </a:xfrm>
            <a:custGeom>
              <a:avLst/>
              <a:gdLst/>
              <a:ahLst/>
              <a:cxnLst/>
              <a:rect l="l" t="t" r="r" b="b"/>
              <a:pathLst>
                <a:path w="3804" h="3804" fill="none" extrusionOk="0">
                  <a:moveTo>
                    <a:pt x="3803" y="1"/>
                  </a:moveTo>
                  <a:lnTo>
                    <a:pt x="0" y="3804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7"/>
            <p:cNvSpPr/>
            <p:nvPr/>
          </p:nvSpPr>
          <p:spPr>
            <a:xfrm>
              <a:off x="5759275" y="3040950"/>
              <a:ext cx="134300" cy="25"/>
            </a:xfrm>
            <a:custGeom>
              <a:avLst/>
              <a:gdLst/>
              <a:ahLst/>
              <a:cxnLst/>
              <a:rect l="l" t="t" r="r" b="b"/>
              <a:pathLst>
                <a:path w="5372" h="1" fill="none" extrusionOk="0">
                  <a:moveTo>
                    <a:pt x="5371" y="1"/>
                  </a:moveTo>
                  <a:lnTo>
                    <a:pt x="1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7"/>
            <p:cNvSpPr/>
            <p:nvPr/>
          </p:nvSpPr>
          <p:spPr>
            <a:xfrm>
              <a:off x="5730100" y="3111000"/>
              <a:ext cx="95100" cy="95925"/>
            </a:xfrm>
            <a:custGeom>
              <a:avLst/>
              <a:gdLst/>
              <a:ahLst/>
              <a:cxnLst/>
              <a:rect l="l" t="t" r="r" b="b"/>
              <a:pathLst>
                <a:path w="3804" h="3837" fill="none" extrusionOk="0">
                  <a:moveTo>
                    <a:pt x="3803" y="3837"/>
                  </a:moveTo>
                  <a:lnTo>
                    <a:pt x="0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37"/>
            <p:cNvSpPr/>
            <p:nvPr/>
          </p:nvSpPr>
          <p:spPr>
            <a:xfrm>
              <a:off x="5660050" y="3140200"/>
              <a:ext cx="25" cy="135100"/>
            </a:xfrm>
            <a:custGeom>
              <a:avLst/>
              <a:gdLst/>
              <a:ahLst/>
              <a:cxnLst/>
              <a:rect l="l" t="t" r="r" b="b"/>
              <a:pathLst>
                <a:path w="1" h="5404" fill="none" extrusionOk="0">
                  <a:moveTo>
                    <a:pt x="0" y="5404"/>
                  </a:moveTo>
                  <a:lnTo>
                    <a:pt x="0" y="0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37"/>
            <p:cNvSpPr/>
            <p:nvPr/>
          </p:nvSpPr>
          <p:spPr>
            <a:xfrm>
              <a:off x="5494100" y="3111000"/>
              <a:ext cx="95925" cy="95925"/>
            </a:xfrm>
            <a:custGeom>
              <a:avLst/>
              <a:gdLst/>
              <a:ahLst/>
              <a:cxnLst/>
              <a:rect l="l" t="t" r="r" b="b"/>
              <a:pathLst>
                <a:path w="3837" h="3837" fill="none" extrusionOk="0">
                  <a:moveTo>
                    <a:pt x="0" y="3837"/>
                  </a:moveTo>
                  <a:lnTo>
                    <a:pt x="3836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37"/>
            <p:cNvSpPr/>
            <p:nvPr/>
          </p:nvSpPr>
          <p:spPr>
            <a:xfrm>
              <a:off x="5425700" y="3040950"/>
              <a:ext cx="135125" cy="25"/>
            </a:xfrm>
            <a:custGeom>
              <a:avLst/>
              <a:gdLst/>
              <a:ahLst/>
              <a:cxnLst/>
              <a:rect l="l" t="t" r="r" b="b"/>
              <a:pathLst>
                <a:path w="5405" h="1" fill="none" extrusionOk="0">
                  <a:moveTo>
                    <a:pt x="1" y="1"/>
                  </a:moveTo>
                  <a:lnTo>
                    <a:pt x="5405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37"/>
            <p:cNvSpPr/>
            <p:nvPr/>
          </p:nvSpPr>
          <p:spPr>
            <a:xfrm>
              <a:off x="5494100" y="2875825"/>
              <a:ext cx="95925" cy="95100"/>
            </a:xfrm>
            <a:custGeom>
              <a:avLst/>
              <a:gdLst/>
              <a:ahLst/>
              <a:cxnLst/>
              <a:rect l="l" t="t" r="r" b="b"/>
              <a:pathLst>
                <a:path w="3837" h="3804" fill="none" extrusionOk="0">
                  <a:moveTo>
                    <a:pt x="0" y="1"/>
                  </a:moveTo>
                  <a:lnTo>
                    <a:pt x="3836" y="3804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oogle Shape;188;p38"/>
          <p:cNvGrpSpPr/>
          <p:nvPr/>
        </p:nvGrpSpPr>
        <p:grpSpPr>
          <a:xfrm rot="-5400000" flipH="1">
            <a:off x="600865" y="4015360"/>
            <a:ext cx="578775" cy="525200"/>
            <a:chOff x="1698875" y="1584550"/>
            <a:chExt cx="578775" cy="525200"/>
          </a:xfrm>
        </p:grpSpPr>
        <p:sp>
          <p:nvSpPr>
            <p:cNvPr id="189" name="Google Shape;189;p38"/>
            <p:cNvSpPr/>
            <p:nvPr/>
          </p:nvSpPr>
          <p:spPr>
            <a:xfrm>
              <a:off x="1698875" y="1584550"/>
              <a:ext cx="578775" cy="394825"/>
            </a:xfrm>
            <a:custGeom>
              <a:avLst/>
              <a:gdLst/>
              <a:ahLst/>
              <a:cxnLst/>
              <a:rect l="l" t="t" r="r" b="b"/>
              <a:pathLst>
                <a:path w="23151" h="15793" extrusionOk="0">
                  <a:moveTo>
                    <a:pt x="18824" y="1"/>
                  </a:moveTo>
                  <a:cubicBezTo>
                    <a:pt x="9978" y="1"/>
                    <a:pt x="2000" y="6135"/>
                    <a:pt x="34" y="15126"/>
                  </a:cubicBezTo>
                  <a:cubicBezTo>
                    <a:pt x="1" y="15192"/>
                    <a:pt x="1" y="15293"/>
                    <a:pt x="1" y="15359"/>
                  </a:cubicBezTo>
                  <a:lnTo>
                    <a:pt x="2136" y="15793"/>
                  </a:lnTo>
                  <a:cubicBezTo>
                    <a:pt x="2136" y="15726"/>
                    <a:pt x="2169" y="15659"/>
                    <a:pt x="2169" y="15593"/>
                  </a:cubicBezTo>
                  <a:cubicBezTo>
                    <a:pt x="3170" y="10989"/>
                    <a:pt x="5938" y="7253"/>
                    <a:pt x="9641" y="4885"/>
                  </a:cubicBezTo>
                  <a:cubicBezTo>
                    <a:pt x="12338" y="3169"/>
                    <a:pt x="15522" y="2191"/>
                    <a:pt x="18848" y="2191"/>
                  </a:cubicBezTo>
                  <a:cubicBezTo>
                    <a:pt x="20047" y="2191"/>
                    <a:pt x="21264" y="2318"/>
                    <a:pt x="22484" y="2583"/>
                  </a:cubicBezTo>
                  <a:cubicBezTo>
                    <a:pt x="22550" y="2583"/>
                    <a:pt x="22584" y="2617"/>
                    <a:pt x="22650" y="2650"/>
                  </a:cubicBezTo>
                  <a:lnTo>
                    <a:pt x="23151" y="515"/>
                  </a:lnTo>
                  <a:cubicBezTo>
                    <a:pt x="23084" y="482"/>
                    <a:pt x="23017" y="482"/>
                    <a:pt x="22951" y="449"/>
                  </a:cubicBezTo>
                  <a:cubicBezTo>
                    <a:pt x="21567" y="146"/>
                    <a:pt x="20185" y="1"/>
                    <a:pt x="18824" y="1"/>
                  </a:cubicBezTo>
                  <a:close/>
                </a:path>
              </a:pathLst>
            </a:custGeom>
            <a:solidFill>
              <a:srgbClr val="FDBC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8"/>
            <p:cNvSpPr/>
            <p:nvPr/>
          </p:nvSpPr>
          <p:spPr>
            <a:xfrm>
              <a:off x="1840650" y="1729825"/>
              <a:ext cx="404475" cy="278750"/>
            </a:xfrm>
            <a:custGeom>
              <a:avLst/>
              <a:gdLst/>
              <a:ahLst/>
              <a:cxnLst/>
              <a:rect l="l" t="t" r="r" b="b"/>
              <a:pathLst>
                <a:path w="16179" h="11150" extrusionOk="0">
                  <a:moveTo>
                    <a:pt x="13147" y="0"/>
                  </a:moveTo>
                  <a:cubicBezTo>
                    <a:pt x="6969" y="0"/>
                    <a:pt x="1394" y="4271"/>
                    <a:pt x="34" y="10549"/>
                  </a:cubicBezTo>
                  <a:cubicBezTo>
                    <a:pt x="34" y="10616"/>
                    <a:pt x="34" y="10649"/>
                    <a:pt x="1" y="10716"/>
                  </a:cubicBezTo>
                  <a:lnTo>
                    <a:pt x="2135" y="11149"/>
                  </a:lnTo>
                  <a:cubicBezTo>
                    <a:pt x="2169" y="11116"/>
                    <a:pt x="2169" y="11083"/>
                    <a:pt x="2169" y="11016"/>
                  </a:cubicBezTo>
                  <a:cubicBezTo>
                    <a:pt x="2836" y="8014"/>
                    <a:pt x="4671" y="5512"/>
                    <a:pt x="7072" y="3978"/>
                  </a:cubicBezTo>
                  <a:cubicBezTo>
                    <a:pt x="8859" y="2827"/>
                    <a:pt x="10968" y="2180"/>
                    <a:pt x="13150" y="2180"/>
                  </a:cubicBezTo>
                  <a:cubicBezTo>
                    <a:pt x="13943" y="2180"/>
                    <a:pt x="14745" y="2265"/>
                    <a:pt x="15545" y="2443"/>
                  </a:cubicBezTo>
                  <a:cubicBezTo>
                    <a:pt x="15612" y="2443"/>
                    <a:pt x="15645" y="2476"/>
                    <a:pt x="15678" y="2476"/>
                  </a:cubicBezTo>
                  <a:lnTo>
                    <a:pt x="16179" y="342"/>
                  </a:lnTo>
                  <a:cubicBezTo>
                    <a:pt x="16112" y="342"/>
                    <a:pt x="16079" y="308"/>
                    <a:pt x="16012" y="308"/>
                  </a:cubicBezTo>
                  <a:cubicBezTo>
                    <a:pt x="15052" y="100"/>
                    <a:pt x="14092" y="0"/>
                    <a:pt x="13147" y="0"/>
                  </a:cubicBezTo>
                  <a:close/>
                </a:path>
              </a:pathLst>
            </a:custGeom>
            <a:solidFill>
              <a:srgbClr val="FDBC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38"/>
            <p:cNvSpPr/>
            <p:nvPr/>
          </p:nvSpPr>
          <p:spPr>
            <a:xfrm>
              <a:off x="1974075" y="1866325"/>
              <a:ext cx="240200" cy="169775"/>
            </a:xfrm>
            <a:custGeom>
              <a:avLst/>
              <a:gdLst/>
              <a:ahLst/>
              <a:cxnLst/>
              <a:rect l="l" t="t" r="r" b="b"/>
              <a:pathLst>
                <a:path w="9608" h="6791" extrusionOk="0">
                  <a:moveTo>
                    <a:pt x="7806" y="1"/>
                  </a:moveTo>
                  <a:cubicBezTo>
                    <a:pt x="4158" y="1"/>
                    <a:pt x="843" y="2527"/>
                    <a:pt x="34" y="6256"/>
                  </a:cubicBezTo>
                  <a:cubicBezTo>
                    <a:pt x="34" y="6290"/>
                    <a:pt x="34" y="6323"/>
                    <a:pt x="1" y="6357"/>
                  </a:cubicBezTo>
                  <a:lnTo>
                    <a:pt x="2169" y="6790"/>
                  </a:lnTo>
                  <a:cubicBezTo>
                    <a:pt x="2169" y="6757"/>
                    <a:pt x="2169" y="6757"/>
                    <a:pt x="2169" y="6723"/>
                  </a:cubicBezTo>
                  <a:cubicBezTo>
                    <a:pt x="2503" y="5189"/>
                    <a:pt x="3437" y="3888"/>
                    <a:pt x="4704" y="3088"/>
                  </a:cubicBezTo>
                  <a:cubicBezTo>
                    <a:pt x="5604" y="2504"/>
                    <a:pt x="6681" y="2186"/>
                    <a:pt x="7794" y="2186"/>
                  </a:cubicBezTo>
                  <a:cubicBezTo>
                    <a:pt x="8207" y="2186"/>
                    <a:pt x="8625" y="2230"/>
                    <a:pt x="9041" y="2320"/>
                  </a:cubicBezTo>
                  <a:lnTo>
                    <a:pt x="9107" y="2320"/>
                  </a:lnTo>
                  <a:lnTo>
                    <a:pt x="9608" y="219"/>
                  </a:lnTo>
                  <a:cubicBezTo>
                    <a:pt x="9574" y="185"/>
                    <a:pt x="9541" y="185"/>
                    <a:pt x="9508" y="185"/>
                  </a:cubicBezTo>
                  <a:cubicBezTo>
                    <a:pt x="8938" y="61"/>
                    <a:pt x="8368" y="1"/>
                    <a:pt x="7806" y="1"/>
                  </a:cubicBezTo>
                  <a:close/>
                </a:path>
              </a:pathLst>
            </a:custGeom>
            <a:solidFill>
              <a:srgbClr val="FDBC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38"/>
            <p:cNvSpPr/>
            <p:nvPr/>
          </p:nvSpPr>
          <p:spPr>
            <a:xfrm>
              <a:off x="2118350" y="2020575"/>
              <a:ext cx="101775" cy="89175"/>
            </a:xfrm>
            <a:custGeom>
              <a:avLst/>
              <a:gdLst/>
              <a:ahLst/>
              <a:cxnLst/>
              <a:rect l="l" t="t" r="r" b="b"/>
              <a:pathLst>
                <a:path w="4071" h="3567" extrusionOk="0">
                  <a:moveTo>
                    <a:pt x="2039" y="1"/>
                  </a:moveTo>
                  <a:cubicBezTo>
                    <a:pt x="1707" y="1"/>
                    <a:pt x="1370" y="93"/>
                    <a:pt x="1068" y="287"/>
                  </a:cubicBezTo>
                  <a:cubicBezTo>
                    <a:pt x="234" y="820"/>
                    <a:pt x="1" y="1921"/>
                    <a:pt x="534" y="2755"/>
                  </a:cubicBezTo>
                  <a:cubicBezTo>
                    <a:pt x="879" y="3272"/>
                    <a:pt x="1460" y="3566"/>
                    <a:pt x="2053" y="3566"/>
                  </a:cubicBezTo>
                  <a:cubicBezTo>
                    <a:pt x="2378" y="3566"/>
                    <a:pt x="2707" y="3478"/>
                    <a:pt x="3003" y="3289"/>
                  </a:cubicBezTo>
                  <a:cubicBezTo>
                    <a:pt x="3803" y="2755"/>
                    <a:pt x="4070" y="1654"/>
                    <a:pt x="3536" y="820"/>
                  </a:cubicBezTo>
                  <a:cubicBezTo>
                    <a:pt x="3196" y="288"/>
                    <a:pt x="2625" y="1"/>
                    <a:pt x="2039" y="1"/>
                  </a:cubicBezTo>
                  <a:close/>
                </a:path>
              </a:pathLst>
            </a:custGeom>
            <a:solidFill>
              <a:srgbClr val="FDBC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3" name="Google Shape;193;p38"/>
          <p:cNvGrpSpPr/>
          <p:nvPr/>
        </p:nvGrpSpPr>
        <p:grpSpPr>
          <a:xfrm>
            <a:off x="8311775" y="4218950"/>
            <a:ext cx="467875" cy="467850"/>
            <a:chOff x="5425700" y="2807450"/>
            <a:chExt cx="467875" cy="467850"/>
          </a:xfrm>
        </p:grpSpPr>
        <p:sp>
          <p:nvSpPr>
            <p:cNvPr id="194" name="Google Shape;194;p38"/>
            <p:cNvSpPr/>
            <p:nvPr/>
          </p:nvSpPr>
          <p:spPr>
            <a:xfrm>
              <a:off x="5660050" y="2807450"/>
              <a:ext cx="25" cy="134300"/>
            </a:xfrm>
            <a:custGeom>
              <a:avLst/>
              <a:gdLst/>
              <a:ahLst/>
              <a:cxnLst/>
              <a:rect l="l" t="t" r="r" b="b"/>
              <a:pathLst>
                <a:path w="1" h="5372" fill="none" extrusionOk="0">
                  <a:moveTo>
                    <a:pt x="0" y="1"/>
                  </a:moveTo>
                  <a:lnTo>
                    <a:pt x="0" y="537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8"/>
            <p:cNvSpPr/>
            <p:nvPr/>
          </p:nvSpPr>
          <p:spPr>
            <a:xfrm>
              <a:off x="5730100" y="2875825"/>
              <a:ext cx="95100" cy="95100"/>
            </a:xfrm>
            <a:custGeom>
              <a:avLst/>
              <a:gdLst/>
              <a:ahLst/>
              <a:cxnLst/>
              <a:rect l="l" t="t" r="r" b="b"/>
              <a:pathLst>
                <a:path w="3804" h="3804" fill="none" extrusionOk="0">
                  <a:moveTo>
                    <a:pt x="3803" y="1"/>
                  </a:moveTo>
                  <a:lnTo>
                    <a:pt x="0" y="3804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38"/>
            <p:cNvSpPr/>
            <p:nvPr/>
          </p:nvSpPr>
          <p:spPr>
            <a:xfrm>
              <a:off x="5759275" y="3040950"/>
              <a:ext cx="134300" cy="25"/>
            </a:xfrm>
            <a:custGeom>
              <a:avLst/>
              <a:gdLst/>
              <a:ahLst/>
              <a:cxnLst/>
              <a:rect l="l" t="t" r="r" b="b"/>
              <a:pathLst>
                <a:path w="5372" h="1" fill="none" extrusionOk="0">
                  <a:moveTo>
                    <a:pt x="5371" y="1"/>
                  </a:moveTo>
                  <a:lnTo>
                    <a:pt x="1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38"/>
            <p:cNvSpPr/>
            <p:nvPr/>
          </p:nvSpPr>
          <p:spPr>
            <a:xfrm>
              <a:off x="5730100" y="3111000"/>
              <a:ext cx="95100" cy="95925"/>
            </a:xfrm>
            <a:custGeom>
              <a:avLst/>
              <a:gdLst/>
              <a:ahLst/>
              <a:cxnLst/>
              <a:rect l="l" t="t" r="r" b="b"/>
              <a:pathLst>
                <a:path w="3804" h="3837" fill="none" extrusionOk="0">
                  <a:moveTo>
                    <a:pt x="3803" y="3837"/>
                  </a:moveTo>
                  <a:lnTo>
                    <a:pt x="0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38"/>
            <p:cNvSpPr/>
            <p:nvPr/>
          </p:nvSpPr>
          <p:spPr>
            <a:xfrm>
              <a:off x="5660050" y="3140200"/>
              <a:ext cx="25" cy="135100"/>
            </a:xfrm>
            <a:custGeom>
              <a:avLst/>
              <a:gdLst/>
              <a:ahLst/>
              <a:cxnLst/>
              <a:rect l="l" t="t" r="r" b="b"/>
              <a:pathLst>
                <a:path w="1" h="5404" fill="none" extrusionOk="0">
                  <a:moveTo>
                    <a:pt x="0" y="5404"/>
                  </a:moveTo>
                  <a:lnTo>
                    <a:pt x="0" y="0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38"/>
            <p:cNvSpPr/>
            <p:nvPr/>
          </p:nvSpPr>
          <p:spPr>
            <a:xfrm>
              <a:off x="5494100" y="3111000"/>
              <a:ext cx="95925" cy="95925"/>
            </a:xfrm>
            <a:custGeom>
              <a:avLst/>
              <a:gdLst/>
              <a:ahLst/>
              <a:cxnLst/>
              <a:rect l="l" t="t" r="r" b="b"/>
              <a:pathLst>
                <a:path w="3837" h="3837" fill="none" extrusionOk="0">
                  <a:moveTo>
                    <a:pt x="0" y="3837"/>
                  </a:moveTo>
                  <a:lnTo>
                    <a:pt x="3836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38"/>
            <p:cNvSpPr/>
            <p:nvPr/>
          </p:nvSpPr>
          <p:spPr>
            <a:xfrm>
              <a:off x="5425700" y="3040950"/>
              <a:ext cx="135125" cy="25"/>
            </a:xfrm>
            <a:custGeom>
              <a:avLst/>
              <a:gdLst/>
              <a:ahLst/>
              <a:cxnLst/>
              <a:rect l="l" t="t" r="r" b="b"/>
              <a:pathLst>
                <a:path w="5405" h="1" fill="none" extrusionOk="0">
                  <a:moveTo>
                    <a:pt x="1" y="1"/>
                  </a:moveTo>
                  <a:lnTo>
                    <a:pt x="5405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38"/>
            <p:cNvSpPr/>
            <p:nvPr/>
          </p:nvSpPr>
          <p:spPr>
            <a:xfrm>
              <a:off x="5494100" y="2875825"/>
              <a:ext cx="95925" cy="95100"/>
            </a:xfrm>
            <a:custGeom>
              <a:avLst/>
              <a:gdLst/>
              <a:ahLst/>
              <a:cxnLst/>
              <a:rect l="l" t="t" r="r" b="b"/>
              <a:pathLst>
                <a:path w="3837" h="3804" fill="none" extrusionOk="0">
                  <a:moveTo>
                    <a:pt x="0" y="1"/>
                  </a:moveTo>
                  <a:lnTo>
                    <a:pt x="3836" y="3804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Space Grotesk"/>
              <a:buNone/>
              <a:defRPr sz="35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Space Grotesk"/>
              <a:buNone/>
              <a:defRPr sz="35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Space Grotesk"/>
              <a:buNone/>
              <a:defRPr sz="35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Space Grotesk"/>
              <a:buNone/>
              <a:defRPr sz="35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Space Grotesk"/>
              <a:buNone/>
              <a:defRPr sz="35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Space Grotesk"/>
              <a:buNone/>
              <a:defRPr sz="35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Space Grotesk"/>
              <a:buNone/>
              <a:defRPr sz="35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Space Grotesk"/>
              <a:buNone/>
              <a:defRPr sz="35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Space Grotesk"/>
              <a:buNone/>
              <a:defRPr sz="35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●"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○"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■"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●"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○"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■"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●"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○"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■"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8" r:id="rId4"/>
    <p:sldLayoutId id="2147483659" r:id="rId5"/>
    <p:sldLayoutId id="2147483661" r:id="rId6"/>
    <p:sldLayoutId id="2147483662" r:id="rId7"/>
    <p:sldLayoutId id="2147483667" r:id="rId8"/>
    <p:sldLayoutId id="2147483669" r:id="rId9"/>
    <p:sldLayoutId id="2147483683" r:id="rId10"/>
    <p:sldLayoutId id="2147483684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5311">
          <p15:clr>
            <a:srgbClr val="E46962"/>
          </p15:clr>
        </p15:guide>
        <p15:guide id="4" pos="449">
          <p15:clr>
            <a:srgbClr val="E46962"/>
          </p15:clr>
        </p15:guide>
        <p15:guide id="5" orient="horz" pos="340">
          <p15:clr>
            <a:srgbClr val="E46962"/>
          </p15:clr>
        </p15:guide>
        <p15:guide id="6" orient="horz" pos="2897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/>
          <p:nvPr/>
        </p:nvSpPr>
        <p:spPr>
          <a:xfrm rot="-900027">
            <a:off x="5641" y="1372463"/>
            <a:ext cx="4002542" cy="3722848"/>
          </a:xfrm>
          <a:custGeom>
            <a:avLst/>
            <a:gdLst/>
            <a:ahLst/>
            <a:cxnLst/>
            <a:rect l="l" t="t" r="r" b="b"/>
            <a:pathLst>
              <a:path w="131928" h="122709" extrusionOk="0">
                <a:moveTo>
                  <a:pt x="110272" y="1"/>
                </a:moveTo>
                <a:cubicBezTo>
                  <a:pt x="107794" y="1"/>
                  <a:pt x="105307" y="285"/>
                  <a:pt x="102940" y="806"/>
                </a:cubicBezTo>
                <a:cubicBezTo>
                  <a:pt x="94034" y="2774"/>
                  <a:pt x="85728" y="7411"/>
                  <a:pt x="79390" y="13982"/>
                </a:cubicBezTo>
                <a:cubicBezTo>
                  <a:pt x="71584" y="22049"/>
                  <a:pt x="64634" y="33954"/>
                  <a:pt x="53622" y="33954"/>
                </a:cubicBezTo>
                <a:cubicBezTo>
                  <a:pt x="53341" y="33954"/>
                  <a:pt x="53058" y="33946"/>
                  <a:pt x="52771" y="33930"/>
                </a:cubicBezTo>
                <a:cubicBezTo>
                  <a:pt x="48635" y="33697"/>
                  <a:pt x="44832" y="31662"/>
                  <a:pt x="40763" y="30861"/>
                </a:cubicBezTo>
                <a:cubicBezTo>
                  <a:pt x="39507" y="30623"/>
                  <a:pt x="38244" y="30510"/>
                  <a:pt x="36985" y="30510"/>
                </a:cubicBezTo>
                <a:cubicBezTo>
                  <a:pt x="29777" y="30510"/>
                  <a:pt x="22672" y="34224"/>
                  <a:pt x="17646" y="39534"/>
                </a:cubicBezTo>
                <a:cubicBezTo>
                  <a:pt x="11742" y="45772"/>
                  <a:pt x="8306" y="53944"/>
                  <a:pt x="5704" y="62117"/>
                </a:cubicBezTo>
                <a:cubicBezTo>
                  <a:pt x="2268" y="72791"/>
                  <a:pt x="0" y="84133"/>
                  <a:pt x="1801" y="95174"/>
                </a:cubicBezTo>
                <a:cubicBezTo>
                  <a:pt x="3569" y="106248"/>
                  <a:pt x="9173" y="119324"/>
                  <a:pt x="20115" y="121793"/>
                </a:cubicBezTo>
                <a:cubicBezTo>
                  <a:pt x="22930" y="122423"/>
                  <a:pt x="25939" y="122708"/>
                  <a:pt x="29054" y="122708"/>
                </a:cubicBezTo>
                <a:cubicBezTo>
                  <a:pt x="46239" y="122708"/>
                  <a:pt x="66644" y="114017"/>
                  <a:pt x="75454" y="106449"/>
                </a:cubicBezTo>
                <a:cubicBezTo>
                  <a:pt x="100138" y="85133"/>
                  <a:pt x="124556" y="59982"/>
                  <a:pt x="130460" y="27892"/>
                </a:cubicBezTo>
                <a:cubicBezTo>
                  <a:pt x="131728" y="21021"/>
                  <a:pt x="131928" y="13349"/>
                  <a:pt x="127858" y="7645"/>
                </a:cubicBezTo>
                <a:cubicBezTo>
                  <a:pt x="123958" y="2199"/>
                  <a:pt x="117154" y="1"/>
                  <a:pt x="11027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42"/>
          <p:cNvSpPr txBox="1">
            <a:spLocks noGrp="1"/>
          </p:cNvSpPr>
          <p:nvPr>
            <p:ph type="ctrTitle"/>
          </p:nvPr>
        </p:nvSpPr>
        <p:spPr>
          <a:xfrm>
            <a:off x="3874258" y="1597420"/>
            <a:ext cx="5483581" cy="117230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200" dirty="0"/>
              <a:t>Smart E-Waste Collection and Management</a:t>
            </a:r>
            <a:endParaRPr sz="3200" dirty="0"/>
          </a:p>
        </p:txBody>
      </p:sp>
      <p:sp>
        <p:nvSpPr>
          <p:cNvPr id="214" name="Google Shape;214;p42"/>
          <p:cNvSpPr txBox="1">
            <a:spLocks noGrp="1"/>
          </p:cNvSpPr>
          <p:nvPr>
            <p:ph type="subTitle" idx="1"/>
          </p:nvPr>
        </p:nvSpPr>
        <p:spPr>
          <a:xfrm>
            <a:off x="4039412" y="2769725"/>
            <a:ext cx="3844587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dirty="0"/>
              <a:t>Mentor: Mr. Sainath | Coordinator: Mr. Sandeep</a:t>
            </a:r>
          </a:p>
        </p:txBody>
      </p:sp>
      <p:grpSp>
        <p:nvGrpSpPr>
          <p:cNvPr id="215" name="Google Shape;215;p42"/>
          <p:cNvGrpSpPr/>
          <p:nvPr/>
        </p:nvGrpSpPr>
        <p:grpSpPr>
          <a:xfrm>
            <a:off x="5927913" y="4202338"/>
            <a:ext cx="578775" cy="525200"/>
            <a:chOff x="1698875" y="1584550"/>
            <a:chExt cx="578775" cy="525200"/>
          </a:xfrm>
        </p:grpSpPr>
        <p:sp>
          <p:nvSpPr>
            <p:cNvPr id="216" name="Google Shape;216;p42"/>
            <p:cNvSpPr/>
            <p:nvPr/>
          </p:nvSpPr>
          <p:spPr>
            <a:xfrm>
              <a:off x="1698875" y="1584550"/>
              <a:ext cx="578775" cy="394825"/>
            </a:xfrm>
            <a:custGeom>
              <a:avLst/>
              <a:gdLst/>
              <a:ahLst/>
              <a:cxnLst/>
              <a:rect l="l" t="t" r="r" b="b"/>
              <a:pathLst>
                <a:path w="23151" h="15793" extrusionOk="0">
                  <a:moveTo>
                    <a:pt x="18824" y="1"/>
                  </a:moveTo>
                  <a:cubicBezTo>
                    <a:pt x="9978" y="1"/>
                    <a:pt x="2000" y="6135"/>
                    <a:pt x="34" y="15126"/>
                  </a:cubicBezTo>
                  <a:cubicBezTo>
                    <a:pt x="1" y="15192"/>
                    <a:pt x="1" y="15293"/>
                    <a:pt x="1" y="15359"/>
                  </a:cubicBezTo>
                  <a:lnTo>
                    <a:pt x="2136" y="15793"/>
                  </a:lnTo>
                  <a:cubicBezTo>
                    <a:pt x="2136" y="15726"/>
                    <a:pt x="2169" y="15659"/>
                    <a:pt x="2169" y="15593"/>
                  </a:cubicBezTo>
                  <a:cubicBezTo>
                    <a:pt x="3170" y="10989"/>
                    <a:pt x="5938" y="7253"/>
                    <a:pt x="9641" y="4885"/>
                  </a:cubicBezTo>
                  <a:cubicBezTo>
                    <a:pt x="12338" y="3169"/>
                    <a:pt x="15522" y="2191"/>
                    <a:pt x="18848" y="2191"/>
                  </a:cubicBezTo>
                  <a:cubicBezTo>
                    <a:pt x="20047" y="2191"/>
                    <a:pt x="21264" y="2318"/>
                    <a:pt x="22484" y="2583"/>
                  </a:cubicBezTo>
                  <a:cubicBezTo>
                    <a:pt x="22550" y="2583"/>
                    <a:pt x="22584" y="2617"/>
                    <a:pt x="22650" y="2650"/>
                  </a:cubicBezTo>
                  <a:lnTo>
                    <a:pt x="23151" y="515"/>
                  </a:lnTo>
                  <a:cubicBezTo>
                    <a:pt x="23084" y="482"/>
                    <a:pt x="23017" y="482"/>
                    <a:pt x="22951" y="449"/>
                  </a:cubicBezTo>
                  <a:cubicBezTo>
                    <a:pt x="21567" y="146"/>
                    <a:pt x="20185" y="1"/>
                    <a:pt x="188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42"/>
            <p:cNvSpPr/>
            <p:nvPr/>
          </p:nvSpPr>
          <p:spPr>
            <a:xfrm>
              <a:off x="1840650" y="1729825"/>
              <a:ext cx="404475" cy="278750"/>
            </a:xfrm>
            <a:custGeom>
              <a:avLst/>
              <a:gdLst/>
              <a:ahLst/>
              <a:cxnLst/>
              <a:rect l="l" t="t" r="r" b="b"/>
              <a:pathLst>
                <a:path w="16179" h="11150" extrusionOk="0">
                  <a:moveTo>
                    <a:pt x="13147" y="0"/>
                  </a:moveTo>
                  <a:cubicBezTo>
                    <a:pt x="6969" y="0"/>
                    <a:pt x="1394" y="4271"/>
                    <a:pt x="34" y="10549"/>
                  </a:cubicBezTo>
                  <a:cubicBezTo>
                    <a:pt x="34" y="10616"/>
                    <a:pt x="34" y="10649"/>
                    <a:pt x="1" y="10716"/>
                  </a:cubicBezTo>
                  <a:lnTo>
                    <a:pt x="2135" y="11149"/>
                  </a:lnTo>
                  <a:cubicBezTo>
                    <a:pt x="2169" y="11116"/>
                    <a:pt x="2169" y="11083"/>
                    <a:pt x="2169" y="11016"/>
                  </a:cubicBezTo>
                  <a:cubicBezTo>
                    <a:pt x="2836" y="8014"/>
                    <a:pt x="4671" y="5512"/>
                    <a:pt x="7072" y="3978"/>
                  </a:cubicBezTo>
                  <a:cubicBezTo>
                    <a:pt x="8859" y="2827"/>
                    <a:pt x="10968" y="2180"/>
                    <a:pt x="13150" y="2180"/>
                  </a:cubicBezTo>
                  <a:cubicBezTo>
                    <a:pt x="13943" y="2180"/>
                    <a:pt x="14745" y="2265"/>
                    <a:pt x="15545" y="2443"/>
                  </a:cubicBezTo>
                  <a:cubicBezTo>
                    <a:pt x="15612" y="2443"/>
                    <a:pt x="15645" y="2476"/>
                    <a:pt x="15678" y="2476"/>
                  </a:cubicBezTo>
                  <a:lnTo>
                    <a:pt x="16179" y="342"/>
                  </a:lnTo>
                  <a:cubicBezTo>
                    <a:pt x="16112" y="342"/>
                    <a:pt x="16079" y="308"/>
                    <a:pt x="16012" y="308"/>
                  </a:cubicBezTo>
                  <a:cubicBezTo>
                    <a:pt x="15052" y="100"/>
                    <a:pt x="14092" y="0"/>
                    <a:pt x="1314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42"/>
            <p:cNvSpPr/>
            <p:nvPr/>
          </p:nvSpPr>
          <p:spPr>
            <a:xfrm>
              <a:off x="1974075" y="1866325"/>
              <a:ext cx="240200" cy="169775"/>
            </a:xfrm>
            <a:custGeom>
              <a:avLst/>
              <a:gdLst/>
              <a:ahLst/>
              <a:cxnLst/>
              <a:rect l="l" t="t" r="r" b="b"/>
              <a:pathLst>
                <a:path w="9608" h="6791" extrusionOk="0">
                  <a:moveTo>
                    <a:pt x="7806" y="1"/>
                  </a:moveTo>
                  <a:cubicBezTo>
                    <a:pt x="4158" y="1"/>
                    <a:pt x="843" y="2527"/>
                    <a:pt x="34" y="6256"/>
                  </a:cubicBezTo>
                  <a:cubicBezTo>
                    <a:pt x="34" y="6290"/>
                    <a:pt x="34" y="6323"/>
                    <a:pt x="1" y="6357"/>
                  </a:cubicBezTo>
                  <a:lnTo>
                    <a:pt x="2169" y="6790"/>
                  </a:lnTo>
                  <a:cubicBezTo>
                    <a:pt x="2169" y="6757"/>
                    <a:pt x="2169" y="6757"/>
                    <a:pt x="2169" y="6723"/>
                  </a:cubicBezTo>
                  <a:cubicBezTo>
                    <a:pt x="2503" y="5189"/>
                    <a:pt x="3437" y="3888"/>
                    <a:pt x="4704" y="3088"/>
                  </a:cubicBezTo>
                  <a:cubicBezTo>
                    <a:pt x="5604" y="2504"/>
                    <a:pt x="6681" y="2186"/>
                    <a:pt x="7794" y="2186"/>
                  </a:cubicBezTo>
                  <a:cubicBezTo>
                    <a:pt x="8207" y="2186"/>
                    <a:pt x="8625" y="2230"/>
                    <a:pt x="9041" y="2320"/>
                  </a:cubicBezTo>
                  <a:lnTo>
                    <a:pt x="9107" y="2320"/>
                  </a:lnTo>
                  <a:lnTo>
                    <a:pt x="9608" y="219"/>
                  </a:lnTo>
                  <a:cubicBezTo>
                    <a:pt x="9574" y="185"/>
                    <a:pt x="9541" y="185"/>
                    <a:pt x="9508" y="185"/>
                  </a:cubicBezTo>
                  <a:cubicBezTo>
                    <a:pt x="8938" y="61"/>
                    <a:pt x="8368" y="1"/>
                    <a:pt x="78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42"/>
            <p:cNvSpPr/>
            <p:nvPr/>
          </p:nvSpPr>
          <p:spPr>
            <a:xfrm>
              <a:off x="2118350" y="2020575"/>
              <a:ext cx="101775" cy="89175"/>
            </a:xfrm>
            <a:custGeom>
              <a:avLst/>
              <a:gdLst/>
              <a:ahLst/>
              <a:cxnLst/>
              <a:rect l="l" t="t" r="r" b="b"/>
              <a:pathLst>
                <a:path w="4071" h="3567" extrusionOk="0">
                  <a:moveTo>
                    <a:pt x="2039" y="1"/>
                  </a:moveTo>
                  <a:cubicBezTo>
                    <a:pt x="1707" y="1"/>
                    <a:pt x="1370" y="93"/>
                    <a:pt x="1068" y="287"/>
                  </a:cubicBezTo>
                  <a:cubicBezTo>
                    <a:pt x="234" y="820"/>
                    <a:pt x="1" y="1921"/>
                    <a:pt x="534" y="2755"/>
                  </a:cubicBezTo>
                  <a:cubicBezTo>
                    <a:pt x="879" y="3272"/>
                    <a:pt x="1460" y="3566"/>
                    <a:pt x="2053" y="3566"/>
                  </a:cubicBezTo>
                  <a:cubicBezTo>
                    <a:pt x="2378" y="3566"/>
                    <a:pt x="2707" y="3478"/>
                    <a:pt x="3003" y="3289"/>
                  </a:cubicBezTo>
                  <a:cubicBezTo>
                    <a:pt x="3803" y="2755"/>
                    <a:pt x="4070" y="1654"/>
                    <a:pt x="3536" y="820"/>
                  </a:cubicBezTo>
                  <a:cubicBezTo>
                    <a:pt x="3196" y="288"/>
                    <a:pt x="2625" y="1"/>
                    <a:pt x="203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" name="Google Shape;220;p42"/>
          <p:cNvGrpSpPr/>
          <p:nvPr/>
        </p:nvGrpSpPr>
        <p:grpSpPr>
          <a:xfrm>
            <a:off x="8196838" y="3806125"/>
            <a:ext cx="467875" cy="467875"/>
            <a:chOff x="1853150" y="2459700"/>
            <a:chExt cx="467875" cy="467875"/>
          </a:xfrm>
        </p:grpSpPr>
        <p:sp>
          <p:nvSpPr>
            <p:cNvPr id="221" name="Google Shape;221;p42"/>
            <p:cNvSpPr/>
            <p:nvPr/>
          </p:nvSpPr>
          <p:spPr>
            <a:xfrm>
              <a:off x="2087500" y="2459700"/>
              <a:ext cx="25" cy="134300"/>
            </a:xfrm>
            <a:custGeom>
              <a:avLst/>
              <a:gdLst/>
              <a:ahLst/>
              <a:cxnLst/>
              <a:rect l="l" t="t" r="r" b="b"/>
              <a:pathLst>
                <a:path w="1" h="5372" fill="none" extrusionOk="0">
                  <a:moveTo>
                    <a:pt x="0" y="1"/>
                  </a:moveTo>
                  <a:lnTo>
                    <a:pt x="0" y="537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42"/>
            <p:cNvSpPr/>
            <p:nvPr/>
          </p:nvSpPr>
          <p:spPr>
            <a:xfrm>
              <a:off x="2157550" y="2528075"/>
              <a:ext cx="95100" cy="95100"/>
            </a:xfrm>
            <a:custGeom>
              <a:avLst/>
              <a:gdLst/>
              <a:ahLst/>
              <a:cxnLst/>
              <a:rect l="l" t="t" r="r" b="b"/>
              <a:pathLst>
                <a:path w="3804" h="3804" fill="none" extrusionOk="0">
                  <a:moveTo>
                    <a:pt x="3803" y="1"/>
                  </a:moveTo>
                  <a:lnTo>
                    <a:pt x="0" y="3804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42"/>
            <p:cNvSpPr/>
            <p:nvPr/>
          </p:nvSpPr>
          <p:spPr>
            <a:xfrm>
              <a:off x="2186725" y="2693200"/>
              <a:ext cx="134300" cy="25"/>
            </a:xfrm>
            <a:custGeom>
              <a:avLst/>
              <a:gdLst/>
              <a:ahLst/>
              <a:cxnLst/>
              <a:rect l="l" t="t" r="r" b="b"/>
              <a:pathLst>
                <a:path w="5372" h="1" fill="none" extrusionOk="0">
                  <a:moveTo>
                    <a:pt x="5371" y="1"/>
                  </a:moveTo>
                  <a:lnTo>
                    <a:pt x="1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42"/>
            <p:cNvSpPr/>
            <p:nvPr/>
          </p:nvSpPr>
          <p:spPr>
            <a:xfrm>
              <a:off x="2157550" y="2763250"/>
              <a:ext cx="95100" cy="95925"/>
            </a:xfrm>
            <a:custGeom>
              <a:avLst/>
              <a:gdLst/>
              <a:ahLst/>
              <a:cxnLst/>
              <a:rect l="l" t="t" r="r" b="b"/>
              <a:pathLst>
                <a:path w="3804" h="3837" fill="none" extrusionOk="0">
                  <a:moveTo>
                    <a:pt x="3803" y="3837"/>
                  </a:moveTo>
                  <a:lnTo>
                    <a:pt x="0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42"/>
            <p:cNvSpPr/>
            <p:nvPr/>
          </p:nvSpPr>
          <p:spPr>
            <a:xfrm>
              <a:off x="2087500" y="2792450"/>
              <a:ext cx="25" cy="135125"/>
            </a:xfrm>
            <a:custGeom>
              <a:avLst/>
              <a:gdLst/>
              <a:ahLst/>
              <a:cxnLst/>
              <a:rect l="l" t="t" r="r" b="b"/>
              <a:pathLst>
                <a:path w="1" h="5405" fill="none" extrusionOk="0">
                  <a:moveTo>
                    <a:pt x="0" y="5404"/>
                  </a:moveTo>
                  <a:lnTo>
                    <a:pt x="0" y="0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42"/>
            <p:cNvSpPr/>
            <p:nvPr/>
          </p:nvSpPr>
          <p:spPr>
            <a:xfrm>
              <a:off x="1922375" y="2763250"/>
              <a:ext cx="95100" cy="95925"/>
            </a:xfrm>
            <a:custGeom>
              <a:avLst/>
              <a:gdLst/>
              <a:ahLst/>
              <a:cxnLst/>
              <a:rect l="l" t="t" r="r" b="b"/>
              <a:pathLst>
                <a:path w="3804" h="3837" fill="none" extrusionOk="0">
                  <a:moveTo>
                    <a:pt x="1" y="3837"/>
                  </a:moveTo>
                  <a:lnTo>
                    <a:pt x="3803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42"/>
            <p:cNvSpPr/>
            <p:nvPr/>
          </p:nvSpPr>
          <p:spPr>
            <a:xfrm>
              <a:off x="1853150" y="2693200"/>
              <a:ext cx="135125" cy="25"/>
            </a:xfrm>
            <a:custGeom>
              <a:avLst/>
              <a:gdLst/>
              <a:ahLst/>
              <a:cxnLst/>
              <a:rect l="l" t="t" r="r" b="b"/>
              <a:pathLst>
                <a:path w="5405" h="1" fill="none" extrusionOk="0">
                  <a:moveTo>
                    <a:pt x="1" y="1"/>
                  </a:moveTo>
                  <a:lnTo>
                    <a:pt x="5405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42"/>
            <p:cNvSpPr/>
            <p:nvPr/>
          </p:nvSpPr>
          <p:spPr>
            <a:xfrm>
              <a:off x="1922375" y="2528075"/>
              <a:ext cx="95100" cy="95100"/>
            </a:xfrm>
            <a:custGeom>
              <a:avLst/>
              <a:gdLst/>
              <a:ahLst/>
              <a:cxnLst/>
              <a:rect l="l" t="t" r="r" b="b"/>
              <a:pathLst>
                <a:path w="3804" h="3804" fill="none" extrusionOk="0">
                  <a:moveTo>
                    <a:pt x="1" y="1"/>
                  </a:moveTo>
                  <a:lnTo>
                    <a:pt x="3803" y="3804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9" name="Google Shape;229;p42"/>
          <p:cNvGrpSpPr/>
          <p:nvPr/>
        </p:nvGrpSpPr>
        <p:grpSpPr>
          <a:xfrm>
            <a:off x="774150" y="450050"/>
            <a:ext cx="467875" cy="467850"/>
            <a:chOff x="5425700" y="2807450"/>
            <a:chExt cx="467875" cy="467850"/>
          </a:xfrm>
        </p:grpSpPr>
        <p:sp>
          <p:nvSpPr>
            <p:cNvPr id="230" name="Google Shape;230;p42"/>
            <p:cNvSpPr/>
            <p:nvPr/>
          </p:nvSpPr>
          <p:spPr>
            <a:xfrm>
              <a:off x="5660050" y="2807450"/>
              <a:ext cx="25" cy="134300"/>
            </a:xfrm>
            <a:custGeom>
              <a:avLst/>
              <a:gdLst/>
              <a:ahLst/>
              <a:cxnLst/>
              <a:rect l="l" t="t" r="r" b="b"/>
              <a:pathLst>
                <a:path w="1" h="5372" fill="none" extrusionOk="0">
                  <a:moveTo>
                    <a:pt x="0" y="1"/>
                  </a:moveTo>
                  <a:lnTo>
                    <a:pt x="0" y="537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42"/>
            <p:cNvSpPr/>
            <p:nvPr/>
          </p:nvSpPr>
          <p:spPr>
            <a:xfrm>
              <a:off x="5730100" y="2875825"/>
              <a:ext cx="95100" cy="95100"/>
            </a:xfrm>
            <a:custGeom>
              <a:avLst/>
              <a:gdLst/>
              <a:ahLst/>
              <a:cxnLst/>
              <a:rect l="l" t="t" r="r" b="b"/>
              <a:pathLst>
                <a:path w="3804" h="3804" fill="none" extrusionOk="0">
                  <a:moveTo>
                    <a:pt x="3803" y="1"/>
                  </a:moveTo>
                  <a:lnTo>
                    <a:pt x="0" y="3804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42"/>
            <p:cNvSpPr/>
            <p:nvPr/>
          </p:nvSpPr>
          <p:spPr>
            <a:xfrm>
              <a:off x="5759275" y="3040950"/>
              <a:ext cx="134300" cy="25"/>
            </a:xfrm>
            <a:custGeom>
              <a:avLst/>
              <a:gdLst/>
              <a:ahLst/>
              <a:cxnLst/>
              <a:rect l="l" t="t" r="r" b="b"/>
              <a:pathLst>
                <a:path w="5372" h="1" fill="none" extrusionOk="0">
                  <a:moveTo>
                    <a:pt x="5371" y="1"/>
                  </a:moveTo>
                  <a:lnTo>
                    <a:pt x="1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42"/>
            <p:cNvSpPr/>
            <p:nvPr/>
          </p:nvSpPr>
          <p:spPr>
            <a:xfrm>
              <a:off x="5730100" y="3111000"/>
              <a:ext cx="95100" cy="95925"/>
            </a:xfrm>
            <a:custGeom>
              <a:avLst/>
              <a:gdLst/>
              <a:ahLst/>
              <a:cxnLst/>
              <a:rect l="l" t="t" r="r" b="b"/>
              <a:pathLst>
                <a:path w="3804" h="3837" fill="none" extrusionOk="0">
                  <a:moveTo>
                    <a:pt x="3803" y="3837"/>
                  </a:moveTo>
                  <a:lnTo>
                    <a:pt x="0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42"/>
            <p:cNvSpPr/>
            <p:nvPr/>
          </p:nvSpPr>
          <p:spPr>
            <a:xfrm>
              <a:off x="5660050" y="3140200"/>
              <a:ext cx="25" cy="135100"/>
            </a:xfrm>
            <a:custGeom>
              <a:avLst/>
              <a:gdLst/>
              <a:ahLst/>
              <a:cxnLst/>
              <a:rect l="l" t="t" r="r" b="b"/>
              <a:pathLst>
                <a:path w="1" h="5404" fill="none" extrusionOk="0">
                  <a:moveTo>
                    <a:pt x="0" y="5404"/>
                  </a:moveTo>
                  <a:lnTo>
                    <a:pt x="0" y="0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42"/>
            <p:cNvSpPr/>
            <p:nvPr/>
          </p:nvSpPr>
          <p:spPr>
            <a:xfrm>
              <a:off x="5494100" y="3111000"/>
              <a:ext cx="95925" cy="95925"/>
            </a:xfrm>
            <a:custGeom>
              <a:avLst/>
              <a:gdLst/>
              <a:ahLst/>
              <a:cxnLst/>
              <a:rect l="l" t="t" r="r" b="b"/>
              <a:pathLst>
                <a:path w="3837" h="3837" fill="none" extrusionOk="0">
                  <a:moveTo>
                    <a:pt x="0" y="3837"/>
                  </a:moveTo>
                  <a:lnTo>
                    <a:pt x="3836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42"/>
            <p:cNvSpPr/>
            <p:nvPr/>
          </p:nvSpPr>
          <p:spPr>
            <a:xfrm>
              <a:off x="5425700" y="3040950"/>
              <a:ext cx="135125" cy="25"/>
            </a:xfrm>
            <a:custGeom>
              <a:avLst/>
              <a:gdLst/>
              <a:ahLst/>
              <a:cxnLst/>
              <a:rect l="l" t="t" r="r" b="b"/>
              <a:pathLst>
                <a:path w="5405" h="1" fill="none" extrusionOk="0">
                  <a:moveTo>
                    <a:pt x="1" y="1"/>
                  </a:moveTo>
                  <a:lnTo>
                    <a:pt x="5405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42"/>
            <p:cNvSpPr/>
            <p:nvPr/>
          </p:nvSpPr>
          <p:spPr>
            <a:xfrm>
              <a:off x="5494100" y="2875825"/>
              <a:ext cx="95925" cy="95100"/>
            </a:xfrm>
            <a:custGeom>
              <a:avLst/>
              <a:gdLst/>
              <a:ahLst/>
              <a:cxnLst/>
              <a:rect l="l" t="t" r="r" b="b"/>
              <a:pathLst>
                <a:path w="3837" h="3804" fill="none" extrusionOk="0">
                  <a:moveTo>
                    <a:pt x="0" y="1"/>
                  </a:moveTo>
                  <a:lnTo>
                    <a:pt x="3836" y="3804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42"/>
          <p:cNvGrpSpPr/>
          <p:nvPr/>
        </p:nvGrpSpPr>
        <p:grpSpPr>
          <a:xfrm>
            <a:off x="2470195" y="1301098"/>
            <a:ext cx="941973" cy="887961"/>
            <a:chOff x="2743225" y="1301075"/>
            <a:chExt cx="668825" cy="630475"/>
          </a:xfrm>
        </p:grpSpPr>
        <p:grpSp>
          <p:nvGrpSpPr>
            <p:cNvPr id="239" name="Google Shape;239;p42"/>
            <p:cNvGrpSpPr/>
            <p:nvPr/>
          </p:nvGrpSpPr>
          <p:grpSpPr>
            <a:xfrm>
              <a:off x="2743225" y="1301075"/>
              <a:ext cx="668825" cy="630475"/>
              <a:chOff x="4695200" y="1101225"/>
              <a:chExt cx="668825" cy="630475"/>
            </a:xfrm>
          </p:grpSpPr>
          <p:sp>
            <p:nvSpPr>
              <p:cNvPr id="240" name="Google Shape;240;p42"/>
              <p:cNvSpPr/>
              <p:nvPr/>
            </p:nvSpPr>
            <p:spPr>
              <a:xfrm>
                <a:off x="4733550" y="1101225"/>
                <a:ext cx="630475" cy="630475"/>
              </a:xfrm>
              <a:custGeom>
                <a:avLst/>
                <a:gdLst/>
                <a:ahLst/>
                <a:cxnLst/>
                <a:rect l="l" t="t" r="r" b="b"/>
                <a:pathLst>
                  <a:path w="25219" h="25219" extrusionOk="0">
                    <a:moveTo>
                      <a:pt x="12610" y="1"/>
                    </a:moveTo>
                    <a:cubicBezTo>
                      <a:pt x="6572" y="1"/>
                      <a:pt x="1535" y="4204"/>
                      <a:pt x="301" y="9874"/>
                    </a:cubicBezTo>
                    <a:cubicBezTo>
                      <a:pt x="267" y="9874"/>
                      <a:pt x="267" y="9908"/>
                      <a:pt x="267" y="9941"/>
                    </a:cubicBezTo>
                    <a:cubicBezTo>
                      <a:pt x="267" y="10008"/>
                      <a:pt x="234" y="10108"/>
                      <a:pt x="234" y="10175"/>
                    </a:cubicBezTo>
                    <a:cubicBezTo>
                      <a:pt x="201" y="10375"/>
                      <a:pt x="167" y="10542"/>
                      <a:pt x="134" y="10742"/>
                    </a:cubicBezTo>
                    <a:cubicBezTo>
                      <a:pt x="101" y="10808"/>
                      <a:pt x="101" y="10909"/>
                      <a:pt x="101" y="11009"/>
                    </a:cubicBezTo>
                    <a:cubicBezTo>
                      <a:pt x="67" y="11075"/>
                      <a:pt x="67" y="11175"/>
                      <a:pt x="67" y="11275"/>
                    </a:cubicBezTo>
                    <a:cubicBezTo>
                      <a:pt x="34" y="11409"/>
                      <a:pt x="34" y="11576"/>
                      <a:pt x="34" y="11742"/>
                    </a:cubicBezTo>
                    <a:cubicBezTo>
                      <a:pt x="1" y="11909"/>
                      <a:pt x="1" y="12076"/>
                      <a:pt x="1" y="12243"/>
                    </a:cubicBezTo>
                    <a:cubicBezTo>
                      <a:pt x="1" y="12376"/>
                      <a:pt x="1" y="12476"/>
                      <a:pt x="1" y="12610"/>
                    </a:cubicBezTo>
                    <a:cubicBezTo>
                      <a:pt x="1" y="12743"/>
                      <a:pt x="1" y="12910"/>
                      <a:pt x="1" y="13043"/>
                    </a:cubicBezTo>
                    <a:cubicBezTo>
                      <a:pt x="1" y="13110"/>
                      <a:pt x="1" y="13177"/>
                      <a:pt x="1" y="13244"/>
                    </a:cubicBezTo>
                    <a:cubicBezTo>
                      <a:pt x="1" y="13277"/>
                      <a:pt x="1" y="13277"/>
                      <a:pt x="1" y="13310"/>
                    </a:cubicBezTo>
                    <a:cubicBezTo>
                      <a:pt x="34" y="13444"/>
                      <a:pt x="34" y="13544"/>
                      <a:pt x="34" y="13677"/>
                    </a:cubicBezTo>
                    <a:lnTo>
                      <a:pt x="34" y="13711"/>
                    </a:lnTo>
                    <a:cubicBezTo>
                      <a:pt x="67" y="13877"/>
                      <a:pt x="67" y="14044"/>
                      <a:pt x="101" y="14211"/>
                    </a:cubicBezTo>
                    <a:cubicBezTo>
                      <a:pt x="101" y="14211"/>
                      <a:pt x="101" y="14211"/>
                      <a:pt x="101" y="14244"/>
                    </a:cubicBezTo>
                    <a:cubicBezTo>
                      <a:pt x="101" y="14378"/>
                      <a:pt x="134" y="14544"/>
                      <a:pt x="167" y="14678"/>
                    </a:cubicBezTo>
                    <a:cubicBezTo>
                      <a:pt x="167" y="14711"/>
                      <a:pt x="167" y="14778"/>
                      <a:pt x="201" y="14845"/>
                    </a:cubicBezTo>
                    <a:cubicBezTo>
                      <a:pt x="201" y="15011"/>
                      <a:pt x="234" y="15145"/>
                      <a:pt x="267" y="15278"/>
                    </a:cubicBezTo>
                    <a:cubicBezTo>
                      <a:pt x="301" y="15445"/>
                      <a:pt x="367" y="15645"/>
                      <a:pt x="401" y="15812"/>
                    </a:cubicBezTo>
                    <a:cubicBezTo>
                      <a:pt x="501" y="16146"/>
                      <a:pt x="601" y="16479"/>
                      <a:pt x="701" y="16813"/>
                    </a:cubicBezTo>
                    <a:cubicBezTo>
                      <a:pt x="1668" y="19481"/>
                      <a:pt x="3470" y="21750"/>
                      <a:pt x="5838" y="23251"/>
                    </a:cubicBezTo>
                    <a:cubicBezTo>
                      <a:pt x="6939" y="23951"/>
                      <a:pt x="8140" y="24485"/>
                      <a:pt x="9441" y="24818"/>
                    </a:cubicBezTo>
                    <a:cubicBezTo>
                      <a:pt x="9707" y="24885"/>
                      <a:pt x="9974" y="24952"/>
                      <a:pt x="10241" y="24985"/>
                    </a:cubicBezTo>
                    <a:cubicBezTo>
                      <a:pt x="10408" y="25019"/>
                      <a:pt x="10541" y="25052"/>
                      <a:pt x="10675" y="25085"/>
                    </a:cubicBezTo>
                    <a:cubicBezTo>
                      <a:pt x="10775" y="25085"/>
                      <a:pt x="10908" y="25119"/>
                      <a:pt x="11008" y="25119"/>
                    </a:cubicBezTo>
                    <a:cubicBezTo>
                      <a:pt x="11075" y="25119"/>
                      <a:pt x="11175" y="25119"/>
                      <a:pt x="11242" y="25152"/>
                    </a:cubicBezTo>
                    <a:cubicBezTo>
                      <a:pt x="11375" y="25152"/>
                      <a:pt x="11509" y="25185"/>
                      <a:pt x="11642" y="25185"/>
                    </a:cubicBezTo>
                    <a:lnTo>
                      <a:pt x="11942" y="25185"/>
                    </a:lnTo>
                    <a:cubicBezTo>
                      <a:pt x="12042" y="25219"/>
                      <a:pt x="12143" y="25219"/>
                      <a:pt x="12243" y="25219"/>
                    </a:cubicBezTo>
                    <a:lnTo>
                      <a:pt x="12610" y="25219"/>
                    </a:lnTo>
                    <a:cubicBezTo>
                      <a:pt x="19581" y="25219"/>
                      <a:pt x="25219" y="19581"/>
                      <a:pt x="25219" y="12610"/>
                    </a:cubicBezTo>
                    <a:cubicBezTo>
                      <a:pt x="25219" y="12476"/>
                      <a:pt x="25219" y="12376"/>
                      <a:pt x="25219" y="12243"/>
                    </a:cubicBezTo>
                    <a:cubicBezTo>
                      <a:pt x="25219" y="12076"/>
                      <a:pt x="25185" y="11909"/>
                      <a:pt x="25185" y="11742"/>
                    </a:cubicBezTo>
                    <a:cubicBezTo>
                      <a:pt x="25185" y="11576"/>
                      <a:pt x="25152" y="11409"/>
                      <a:pt x="25152" y="11275"/>
                    </a:cubicBezTo>
                    <a:cubicBezTo>
                      <a:pt x="25152" y="11175"/>
                      <a:pt x="25118" y="11075"/>
                      <a:pt x="25118" y="11009"/>
                    </a:cubicBezTo>
                    <a:cubicBezTo>
                      <a:pt x="25118" y="10909"/>
                      <a:pt x="25085" y="10808"/>
                      <a:pt x="25085" y="10742"/>
                    </a:cubicBezTo>
                    <a:cubicBezTo>
                      <a:pt x="25052" y="10542"/>
                      <a:pt x="25018" y="10375"/>
                      <a:pt x="24985" y="10175"/>
                    </a:cubicBezTo>
                    <a:cubicBezTo>
                      <a:pt x="24985" y="10108"/>
                      <a:pt x="24952" y="10008"/>
                      <a:pt x="24918" y="9941"/>
                    </a:cubicBezTo>
                    <a:cubicBezTo>
                      <a:pt x="24918" y="9908"/>
                      <a:pt x="24918" y="9874"/>
                      <a:pt x="24918" y="9874"/>
                    </a:cubicBezTo>
                    <a:cubicBezTo>
                      <a:pt x="23651" y="4204"/>
                      <a:pt x="18614" y="1"/>
                      <a:pt x="12610" y="1"/>
                    </a:cubicBezTo>
                    <a:close/>
                  </a:path>
                </a:pathLst>
              </a:custGeom>
              <a:solidFill>
                <a:srgbClr val="F24E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42"/>
              <p:cNvSpPr/>
              <p:nvPr/>
            </p:nvSpPr>
            <p:spPr>
              <a:xfrm>
                <a:off x="4695200" y="1348075"/>
                <a:ext cx="668825" cy="383625"/>
              </a:xfrm>
              <a:custGeom>
                <a:avLst/>
                <a:gdLst/>
                <a:ahLst/>
                <a:cxnLst/>
                <a:rect l="l" t="t" r="r" b="b"/>
                <a:pathLst>
                  <a:path w="26753" h="15345" extrusionOk="0">
                    <a:moveTo>
                      <a:pt x="1835" y="0"/>
                    </a:moveTo>
                    <a:cubicBezTo>
                      <a:pt x="1801" y="0"/>
                      <a:pt x="1801" y="34"/>
                      <a:pt x="1801" y="67"/>
                    </a:cubicBezTo>
                    <a:cubicBezTo>
                      <a:pt x="1801" y="134"/>
                      <a:pt x="1768" y="234"/>
                      <a:pt x="1768" y="301"/>
                    </a:cubicBezTo>
                    <a:cubicBezTo>
                      <a:pt x="1735" y="501"/>
                      <a:pt x="1701" y="668"/>
                      <a:pt x="1668" y="868"/>
                    </a:cubicBezTo>
                    <a:cubicBezTo>
                      <a:pt x="1635" y="934"/>
                      <a:pt x="1635" y="1035"/>
                      <a:pt x="1635" y="1135"/>
                    </a:cubicBezTo>
                    <a:cubicBezTo>
                      <a:pt x="1601" y="1201"/>
                      <a:pt x="1601" y="1301"/>
                      <a:pt x="1601" y="1401"/>
                    </a:cubicBezTo>
                    <a:cubicBezTo>
                      <a:pt x="1568" y="1535"/>
                      <a:pt x="1568" y="1702"/>
                      <a:pt x="1568" y="1868"/>
                    </a:cubicBezTo>
                    <a:cubicBezTo>
                      <a:pt x="1535" y="2035"/>
                      <a:pt x="1535" y="2202"/>
                      <a:pt x="1535" y="2369"/>
                    </a:cubicBezTo>
                    <a:cubicBezTo>
                      <a:pt x="1535" y="2502"/>
                      <a:pt x="1535" y="2602"/>
                      <a:pt x="1535" y="2736"/>
                    </a:cubicBezTo>
                    <a:cubicBezTo>
                      <a:pt x="1535" y="2869"/>
                      <a:pt x="1535" y="3036"/>
                      <a:pt x="1535" y="3169"/>
                    </a:cubicBezTo>
                    <a:cubicBezTo>
                      <a:pt x="1535" y="3236"/>
                      <a:pt x="1535" y="3303"/>
                      <a:pt x="1535" y="3370"/>
                    </a:cubicBezTo>
                    <a:cubicBezTo>
                      <a:pt x="1535" y="3403"/>
                      <a:pt x="1535" y="3403"/>
                      <a:pt x="1535" y="3436"/>
                    </a:cubicBezTo>
                    <a:cubicBezTo>
                      <a:pt x="1568" y="3570"/>
                      <a:pt x="1568" y="3670"/>
                      <a:pt x="1568" y="3803"/>
                    </a:cubicBezTo>
                    <a:lnTo>
                      <a:pt x="1568" y="3837"/>
                    </a:lnTo>
                    <a:cubicBezTo>
                      <a:pt x="1601" y="4003"/>
                      <a:pt x="1601" y="4170"/>
                      <a:pt x="1635" y="4337"/>
                    </a:cubicBezTo>
                    <a:cubicBezTo>
                      <a:pt x="1635" y="4337"/>
                      <a:pt x="1635" y="4337"/>
                      <a:pt x="1635" y="4370"/>
                    </a:cubicBezTo>
                    <a:cubicBezTo>
                      <a:pt x="1635" y="4504"/>
                      <a:pt x="1668" y="4670"/>
                      <a:pt x="1701" y="4804"/>
                    </a:cubicBezTo>
                    <a:cubicBezTo>
                      <a:pt x="1701" y="4837"/>
                      <a:pt x="1701" y="4904"/>
                      <a:pt x="1735" y="4971"/>
                    </a:cubicBezTo>
                    <a:cubicBezTo>
                      <a:pt x="1735" y="5137"/>
                      <a:pt x="1768" y="5271"/>
                      <a:pt x="1801" y="5404"/>
                    </a:cubicBezTo>
                    <a:cubicBezTo>
                      <a:pt x="1835" y="5571"/>
                      <a:pt x="1901" y="5771"/>
                      <a:pt x="1935" y="5938"/>
                    </a:cubicBezTo>
                    <a:cubicBezTo>
                      <a:pt x="2035" y="6272"/>
                      <a:pt x="2135" y="6605"/>
                      <a:pt x="2235" y="6939"/>
                    </a:cubicBezTo>
                    <a:lnTo>
                      <a:pt x="0" y="15345"/>
                    </a:lnTo>
                    <a:lnTo>
                      <a:pt x="7372" y="13377"/>
                    </a:lnTo>
                    <a:cubicBezTo>
                      <a:pt x="8473" y="14077"/>
                      <a:pt x="9674" y="14611"/>
                      <a:pt x="10975" y="14944"/>
                    </a:cubicBezTo>
                    <a:cubicBezTo>
                      <a:pt x="11241" y="15011"/>
                      <a:pt x="11508" y="15078"/>
                      <a:pt x="11775" y="15111"/>
                    </a:cubicBezTo>
                    <a:cubicBezTo>
                      <a:pt x="11942" y="15145"/>
                      <a:pt x="12075" y="15178"/>
                      <a:pt x="12209" y="15211"/>
                    </a:cubicBezTo>
                    <a:cubicBezTo>
                      <a:pt x="12309" y="15211"/>
                      <a:pt x="12442" y="15245"/>
                      <a:pt x="12542" y="15245"/>
                    </a:cubicBezTo>
                    <a:cubicBezTo>
                      <a:pt x="12609" y="15245"/>
                      <a:pt x="12709" y="15245"/>
                      <a:pt x="12776" y="15278"/>
                    </a:cubicBezTo>
                    <a:cubicBezTo>
                      <a:pt x="12909" y="15278"/>
                      <a:pt x="13043" y="15311"/>
                      <a:pt x="13176" y="15311"/>
                    </a:cubicBezTo>
                    <a:lnTo>
                      <a:pt x="13476" y="15311"/>
                    </a:lnTo>
                    <a:cubicBezTo>
                      <a:pt x="13576" y="15345"/>
                      <a:pt x="13677" y="15345"/>
                      <a:pt x="13777" y="15345"/>
                    </a:cubicBezTo>
                    <a:lnTo>
                      <a:pt x="14144" y="15345"/>
                    </a:lnTo>
                    <a:cubicBezTo>
                      <a:pt x="21115" y="15345"/>
                      <a:pt x="26753" y="9707"/>
                      <a:pt x="26753" y="2736"/>
                    </a:cubicBezTo>
                    <a:cubicBezTo>
                      <a:pt x="26753" y="2602"/>
                      <a:pt x="26753" y="2502"/>
                      <a:pt x="26753" y="2369"/>
                    </a:cubicBezTo>
                    <a:cubicBezTo>
                      <a:pt x="26753" y="2202"/>
                      <a:pt x="26719" y="2035"/>
                      <a:pt x="26719" y="1868"/>
                    </a:cubicBezTo>
                    <a:cubicBezTo>
                      <a:pt x="26719" y="1702"/>
                      <a:pt x="26686" y="1535"/>
                      <a:pt x="26686" y="1401"/>
                    </a:cubicBezTo>
                    <a:cubicBezTo>
                      <a:pt x="26686" y="1301"/>
                      <a:pt x="26652" y="1201"/>
                      <a:pt x="26652" y="1135"/>
                    </a:cubicBezTo>
                    <a:cubicBezTo>
                      <a:pt x="26652" y="1035"/>
                      <a:pt x="26619" y="934"/>
                      <a:pt x="26619" y="868"/>
                    </a:cubicBezTo>
                    <a:cubicBezTo>
                      <a:pt x="26586" y="668"/>
                      <a:pt x="26552" y="501"/>
                      <a:pt x="26519" y="301"/>
                    </a:cubicBezTo>
                    <a:cubicBezTo>
                      <a:pt x="26519" y="234"/>
                      <a:pt x="26486" y="134"/>
                      <a:pt x="26452" y="67"/>
                    </a:cubicBezTo>
                    <a:cubicBezTo>
                      <a:pt x="26452" y="34"/>
                      <a:pt x="26452" y="0"/>
                      <a:pt x="26452" y="0"/>
                    </a:cubicBezTo>
                    <a:cubicBezTo>
                      <a:pt x="25185" y="5638"/>
                      <a:pt x="20148" y="9874"/>
                      <a:pt x="14144" y="9874"/>
                    </a:cubicBezTo>
                    <a:cubicBezTo>
                      <a:pt x="8106" y="9874"/>
                      <a:pt x="3069" y="5638"/>
                      <a:pt x="1835" y="0"/>
                    </a:cubicBezTo>
                    <a:close/>
                  </a:path>
                </a:pathLst>
              </a:custGeom>
              <a:solidFill>
                <a:srgbClr val="F24E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2" name="Google Shape;242;p42"/>
            <p:cNvSpPr/>
            <p:nvPr/>
          </p:nvSpPr>
          <p:spPr>
            <a:xfrm>
              <a:off x="2868016" y="1404475"/>
              <a:ext cx="437294" cy="423678"/>
            </a:xfrm>
            <a:custGeom>
              <a:avLst/>
              <a:gdLst/>
              <a:ahLst/>
              <a:cxnLst/>
              <a:rect l="l" t="t" r="r" b="b"/>
              <a:pathLst>
                <a:path w="9170" h="8884" extrusionOk="0">
                  <a:moveTo>
                    <a:pt x="4930" y="524"/>
                  </a:moveTo>
                  <a:lnTo>
                    <a:pt x="3549" y="2930"/>
                  </a:lnTo>
                  <a:lnTo>
                    <a:pt x="3406" y="2239"/>
                  </a:lnTo>
                  <a:lnTo>
                    <a:pt x="2835" y="2430"/>
                  </a:lnTo>
                  <a:lnTo>
                    <a:pt x="2835" y="2430"/>
                  </a:lnTo>
                  <a:lnTo>
                    <a:pt x="3930" y="524"/>
                  </a:lnTo>
                  <a:close/>
                  <a:moveTo>
                    <a:pt x="5383" y="810"/>
                  </a:moveTo>
                  <a:lnTo>
                    <a:pt x="6693" y="3049"/>
                  </a:lnTo>
                  <a:lnTo>
                    <a:pt x="7217" y="2739"/>
                  </a:lnTo>
                  <a:lnTo>
                    <a:pt x="6931" y="4239"/>
                  </a:lnTo>
                  <a:lnTo>
                    <a:pt x="5478" y="3763"/>
                  </a:lnTo>
                  <a:lnTo>
                    <a:pt x="5931" y="3477"/>
                  </a:lnTo>
                  <a:lnTo>
                    <a:pt x="4883" y="1667"/>
                  </a:lnTo>
                  <a:lnTo>
                    <a:pt x="5383" y="810"/>
                  </a:lnTo>
                  <a:close/>
                  <a:moveTo>
                    <a:pt x="3001" y="2930"/>
                  </a:moveTo>
                  <a:lnTo>
                    <a:pt x="3287" y="4430"/>
                  </a:lnTo>
                  <a:lnTo>
                    <a:pt x="2811" y="4168"/>
                  </a:lnTo>
                  <a:lnTo>
                    <a:pt x="1787" y="5978"/>
                  </a:lnTo>
                  <a:lnTo>
                    <a:pt x="763" y="5978"/>
                  </a:lnTo>
                  <a:lnTo>
                    <a:pt x="2073" y="3739"/>
                  </a:lnTo>
                  <a:lnTo>
                    <a:pt x="1549" y="3430"/>
                  </a:lnTo>
                  <a:lnTo>
                    <a:pt x="3001" y="2930"/>
                  </a:lnTo>
                  <a:close/>
                  <a:moveTo>
                    <a:pt x="4573" y="2215"/>
                  </a:moveTo>
                  <a:lnTo>
                    <a:pt x="5192" y="3287"/>
                  </a:lnTo>
                  <a:lnTo>
                    <a:pt x="4573" y="3644"/>
                  </a:lnTo>
                  <a:lnTo>
                    <a:pt x="4621" y="4025"/>
                  </a:lnTo>
                  <a:lnTo>
                    <a:pt x="5883" y="4454"/>
                  </a:lnTo>
                  <a:lnTo>
                    <a:pt x="6764" y="5978"/>
                  </a:lnTo>
                  <a:lnTo>
                    <a:pt x="5502" y="5978"/>
                  </a:lnTo>
                  <a:lnTo>
                    <a:pt x="5502" y="5263"/>
                  </a:lnTo>
                  <a:lnTo>
                    <a:pt x="5169" y="5097"/>
                  </a:lnTo>
                  <a:lnTo>
                    <a:pt x="4168" y="5978"/>
                  </a:lnTo>
                  <a:lnTo>
                    <a:pt x="2406" y="5978"/>
                  </a:lnTo>
                  <a:lnTo>
                    <a:pt x="3025" y="4906"/>
                  </a:lnTo>
                  <a:lnTo>
                    <a:pt x="3644" y="5263"/>
                  </a:lnTo>
                  <a:lnTo>
                    <a:pt x="3954" y="5049"/>
                  </a:lnTo>
                  <a:lnTo>
                    <a:pt x="3692" y="3739"/>
                  </a:lnTo>
                  <a:lnTo>
                    <a:pt x="4573" y="2215"/>
                  </a:lnTo>
                  <a:close/>
                  <a:moveTo>
                    <a:pt x="7455" y="4358"/>
                  </a:moveTo>
                  <a:lnTo>
                    <a:pt x="8526" y="6264"/>
                  </a:lnTo>
                  <a:lnTo>
                    <a:pt x="8026" y="7121"/>
                  </a:lnTo>
                  <a:lnTo>
                    <a:pt x="6645" y="4716"/>
                  </a:lnTo>
                  <a:lnTo>
                    <a:pt x="7336" y="4954"/>
                  </a:lnTo>
                  <a:lnTo>
                    <a:pt x="7455" y="4358"/>
                  </a:lnTo>
                  <a:close/>
                  <a:moveTo>
                    <a:pt x="3549" y="6526"/>
                  </a:moveTo>
                  <a:lnTo>
                    <a:pt x="3001" y="7002"/>
                  </a:lnTo>
                  <a:lnTo>
                    <a:pt x="3454" y="7383"/>
                  </a:lnTo>
                  <a:lnTo>
                    <a:pt x="1263" y="7383"/>
                  </a:lnTo>
                  <a:lnTo>
                    <a:pt x="763" y="6526"/>
                  </a:lnTo>
                  <a:close/>
                  <a:moveTo>
                    <a:pt x="4978" y="5978"/>
                  </a:moveTo>
                  <a:lnTo>
                    <a:pt x="4978" y="6526"/>
                  </a:lnTo>
                  <a:lnTo>
                    <a:pt x="7074" y="6526"/>
                  </a:lnTo>
                  <a:lnTo>
                    <a:pt x="7574" y="7383"/>
                  </a:lnTo>
                  <a:lnTo>
                    <a:pt x="4978" y="7383"/>
                  </a:lnTo>
                  <a:lnTo>
                    <a:pt x="4978" y="8002"/>
                  </a:lnTo>
                  <a:lnTo>
                    <a:pt x="3811" y="7002"/>
                  </a:lnTo>
                  <a:lnTo>
                    <a:pt x="4978" y="5978"/>
                  </a:lnTo>
                  <a:close/>
                  <a:moveTo>
                    <a:pt x="3621" y="0"/>
                  </a:moveTo>
                  <a:lnTo>
                    <a:pt x="2049" y="2691"/>
                  </a:lnTo>
                  <a:lnTo>
                    <a:pt x="691" y="3168"/>
                  </a:lnTo>
                  <a:lnTo>
                    <a:pt x="644" y="3525"/>
                  </a:lnTo>
                  <a:lnTo>
                    <a:pt x="1334" y="3930"/>
                  </a:lnTo>
                  <a:lnTo>
                    <a:pt x="1" y="6264"/>
                  </a:lnTo>
                  <a:lnTo>
                    <a:pt x="953" y="7931"/>
                  </a:lnTo>
                  <a:lnTo>
                    <a:pt x="4073" y="7931"/>
                  </a:lnTo>
                  <a:lnTo>
                    <a:pt x="5169" y="8883"/>
                  </a:lnTo>
                  <a:lnTo>
                    <a:pt x="5502" y="8717"/>
                  </a:lnTo>
                  <a:lnTo>
                    <a:pt x="5502" y="7931"/>
                  </a:lnTo>
                  <a:lnTo>
                    <a:pt x="8193" y="7931"/>
                  </a:lnTo>
                  <a:lnTo>
                    <a:pt x="9169" y="6264"/>
                  </a:lnTo>
                  <a:lnTo>
                    <a:pt x="7598" y="3573"/>
                  </a:lnTo>
                  <a:lnTo>
                    <a:pt x="7883" y="2144"/>
                  </a:lnTo>
                  <a:lnTo>
                    <a:pt x="7574" y="1929"/>
                  </a:lnTo>
                  <a:lnTo>
                    <a:pt x="6883" y="2310"/>
                  </a:lnTo>
                  <a:lnTo>
                    <a:pt x="555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3" name="Google Shape;243;p42"/>
          <p:cNvGrpSpPr/>
          <p:nvPr/>
        </p:nvGrpSpPr>
        <p:grpSpPr>
          <a:xfrm>
            <a:off x="-4198" y="1362949"/>
            <a:ext cx="4496342" cy="3851051"/>
            <a:chOff x="1853150" y="1274700"/>
            <a:chExt cx="4030425" cy="3452000"/>
          </a:xfrm>
        </p:grpSpPr>
        <p:sp>
          <p:nvSpPr>
            <p:cNvPr id="244" name="Google Shape;244;p42"/>
            <p:cNvSpPr/>
            <p:nvPr/>
          </p:nvSpPr>
          <p:spPr>
            <a:xfrm>
              <a:off x="2746300" y="27140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030F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42"/>
            <p:cNvSpPr/>
            <p:nvPr/>
          </p:nvSpPr>
          <p:spPr>
            <a:xfrm>
              <a:off x="2366850" y="1435575"/>
              <a:ext cx="1338500" cy="924925"/>
            </a:xfrm>
            <a:custGeom>
              <a:avLst/>
              <a:gdLst/>
              <a:ahLst/>
              <a:cxnLst/>
              <a:rect l="l" t="t" r="r" b="b"/>
              <a:pathLst>
                <a:path w="53540" h="36997" extrusionOk="0">
                  <a:moveTo>
                    <a:pt x="25798" y="1"/>
                  </a:moveTo>
                  <a:cubicBezTo>
                    <a:pt x="23201" y="1"/>
                    <a:pt x="19555" y="730"/>
                    <a:pt x="16279" y="4006"/>
                  </a:cubicBezTo>
                  <a:cubicBezTo>
                    <a:pt x="15345" y="4940"/>
                    <a:pt x="1" y="15647"/>
                    <a:pt x="21483" y="36996"/>
                  </a:cubicBezTo>
                  <a:lnTo>
                    <a:pt x="48536" y="25154"/>
                  </a:lnTo>
                  <a:cubicBezTo>
                    <a:pt x="53539" y="15147"/>
                    <a:pt x="48035" y="11511"/>
                    <a:pt x="46334" y="9443"/>
                  </a:cubicBezTo>
                  <a:cubicBezTo>
                    <a:pt x="42635" y="4384"/>
                    <a:pt x="35458" y="434"/>
                    <a:pt x="30146" y="434"/>
                  </a:cubicBezTo>
                  <a:cubicBezTo>
                    <a:pt x="29854" y="434"/>
                    <a:pt x="29568" y="446"/>
                    <a:pt x="29289" y="470"/>
                  </a:cubicBezTo>
                  <a:cubicBezTo>
                    <a:pt x="29289" y="470"/>
                    <a:pt x="27881" y="1"/>
                    <a:pt x="257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42"/>
            <p:cNvSpPr/>
            <p:nvPr/>
          </p:nvSpPr>
          <p:spPr>
            <a:xfrm>
              <a:off x="2456100" y="1312500"/>
              <a:ext cx="453675" cy="376600"/>
            </a:xfrm>
            <a:custGeom>
              <a:avLst/>
              <a:gdLst/>
              <a:ahLst/>
              <a:cxnLst/>
              <a:rect l="l" t="t" r="r" b="b"/>
              <a:pathLst>
                <a:path w="18147" h="15064" extrusionOk="0">
                  <a:moveTo>
                    <a:pt x="13892" y="0"/>
                  </a:moveTo>
                  <a:cubicBezTo>
                    <a:pt x="13586" y="0"/>
                    <a:pt x="13249" y="59"/>
                    <a:pt x="12876" y="189"/>
                  </a:cubicBezTo>
                  <a:cubicBezTo>
                    <a:pt x="12009" y="489"/>
                    <a:pt x="11275" y="1190"/>
                    <a:pt x="10808" y="2024"/>
                  </a:cubicBezTo>
                  <a:cubicBezTo>
                    <a:pt x="10430" y="2677"/>
                    <a:pt x="10072" y="2913"/>
                    <a:pt x="9707" y="2913"/>
                  </a:cubicBezTo>
                  <a:cubicBezTo>
                    <a:pt x="9011" y="2913"/>
                    <a:pt x="8292" y="2050"/>
                    <a:pt x="7372" y="1590"/>
                  </a:cubicBezTo>
                  <a:cubicBezTo>
                    <a:pt x="6953" y="1377"/>
                    <a:pt x="6518" y="1283"/>
                    <a:pt x="6079" y="1283"/>
                  </a:cubicBezTo>
                  <a:cubicBezTo>
                    <a:pt x="4662" y="1283"/>
                    <a:pt x="3204" y="2256"/>
                    <a:pt x="2135" y="3325"/>
                  </a:cubicBezTo>
                  <a:cubicBezTo>
                    <a:pt x="1435" y="4059"/>
                    <a:pt x="767" y="4893"/>
                    <a:pt x="501" y="5893"/>
                  </a:cubicBezTo>
                  <a:cubicBezTo>
                    <a:pt x="0" y="7861"/>
                    <a:pt x="1168" y="9829"/>
                    <a:pt x="2268" y="11497"/>
                  </a:cubicBezTo>
                  <a:cubicBezTo>
                    <a:pt x="3202" y="12932"/>
                    <a:pt x="4303" y="14466"/>
                    <a:pt x="5938" y="14933"/>
                  </a:cubicBezTo>
                  <a:cubicBezTo>
                    <a:pt x="6285" y="15024"/>
                    <a:pt x="6639" y="15063"/>
                    <a:pt x="6997" y="15063"/>
                  </a:cubicBezTo>
                  <a:cubicBezTo>
                    <a:pt x="7947" y="15063"/>
                    <a:pt x="8920" y="14790"/>
                    <a:pt x="9841" y="14499"/>
                  </a:cubicBezTo>
                  <a:cubicBezTo>
                    <a:pt x="10975" y="14166"/>
                    <a:pt x="12109" y="13832"/>
                    <a:pt x="13076" y="13165"/>
                  </a:cubicBezTo>
                  <a:cubicBezTo>
                    <a:pt x="14044" y="12531"/>
                    <a:pt x="14877" y="11531"/>
                    <a:pt x="14978" y="10363"/>
                  </a:cubicBezTo>
                  <a:lnTo>
                    <a:pt x="15445" y="9162"/>
                  </a:lnTo>
                  <a:cubicBezTo>
                    <a:pt x="17813" y="8562"/>
                    <a:pt x="18146" y="6194"/>
                    <a:pt x="17313" y="4326"/>
                  </a:cubicBezTo>
                  <a:cubicBezTo>
                    <a:pt x="16587" y="2642"/>
                    <a:pt x="15937" y="0"/>
                    <a:pt x="138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42"/>
            <p:cNvSpPr/>
            <p:nvPr/>
          </p:nvSpPr>
          <p:spPr>
            <a:xfrm>
              <a:off x="3206625" y="1321800"/>
              <a:ext cx="328600" cy="286725"/>
            </a:xfrm>
            <a:custGeom>
              <a:avLst/>
              <a:gdLst/>
              <a:ahLst/>
              <a:cxnLst/>
              <a:rect l="l" t="t" r="r" b="b"/>
              <a:pathLst>
                <a:path w="13144" h="11469" extrusionOk="0">
                  <a:moveTo>
                    <a:pt x="5147" y="0"/>
                  </a:moveTo>
                  <a:cubicBezTo>
                    <a:pt x="4420" y="0"/>
                    <a:pt x="3709" y="121"/>
                    <a:pt x="3069" y="484"/>
                  </a:cubicBezTo>
                  <a:cubicBezTo>
                    <a:pt x="1235" y="1585"/>
                    <a:pt x="1035" y="4154"/>
                    <a:pt x="1" y="6055"/>
                  </a:cubicBezTo>
                  <a:lnTo>
                    <a:pt x="4971" y="9424"/>
                  </a:lnTo>
                  <a:cubicBezTo>
                    <a:pt x="5738" y="9991"/>
                    <a:pt x="6105" y="11125"/>
                    <a:pt x="7039" y="11392"/>
                  </a:cubicBezTo>
                  <a:cubicBezTo>
                    <a:pt x="7208" y="11445"/>
                    <a:pt x="7376" y="11468"/>
                    <a:pt x="7544" y="11468"/>
                  </a:cubicBezTo>
                  <a:cubicBezTo>
                    <a:pt x="8008" y="11468"/>
                    <a:pt x="8466" y="11297"/>
                    <a:pt x="8907" y="11125"/>
                  </a:cubicBezTo>
                  <a:cubicBezTo>
                    <a:pt x="10375" y="10525"/>
                    <a:pt x="11976" y="9791"/>
                    <a:pt x="12643" y="8357"/>
                  </a:cubicBezTo>
                  <a:cubicBezTo>
                    <a:pt x="13143" y="7223"/>
                    <a:pt x="12977" y="5922"/>
                    <a:pt x="12710" y="4721"/>
                  </a:cubicBezTo>
                  <a:cubicBezTo>
                    <a:pt x="12510" y="3787"/>
                    <a:pt x="12243" y="2853"/>
                    <a:pt x="11676" y="2119"/>
                  </a:cubicBezTo>
                  <a:cubicBezTo>
                    <a:pt x="10642" y="818"/>
                    <a:pt x="8840" y="484"/>
                    <a:pt x="7172" y="218"/>
                  </a:cubicBezTo>
                  <a:cubicBezTo>
                    <a:pt x="6513" y="105"/>
                    <a:pt x="5823" y="0"/>
                    <a:pt x="51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42"/>
            <p:cNvSpPr/>
            <p:nvPr/>
          </p:nvSpPr>
          <p:spPr>
            <a:xfrm>
              <a:off x="2649575" y="1659550"/>
              <a:ext cx="963200" cy="1561425"/>
            </a:xfrm>
            <a:custGeom>
              <a:avLst/>
              <a:gdLst/>
              <a:ahLst/>
              <a:cxnLst/>
              <a:rect l="l" t="t" r="r" b="b"/>
              <a:pathLst>
                <a:path w="38528" h="62457" extrusionOk="0">
                  <a:moveTo>
                    <a:pt x="23618" y="1"/>
                  </a:moveTo>
                  <a:cubicBezTo>
                    <a:pt x="20400" y="1"/>
                    <a:pt x="15282" y="1896"/>
                    <a:pt x="11041" y="14294"/>
                  </a:cubicBezTo>
                  <a:cubicBezTo>
                    <a:pt x="10936" y="14556"/>
                    <a:pt x="10687" y="14736"/>
                    <a:pt x="10439" y="14736"/>
                  </a:cubicBezTo>
                  <a:cubicBezTo>
                    <a:pt x="10372" y="14736"/>
                    <a:pt x="10305" y="14723"/>
                    <a:pt x="10241" y="14694"/>
                  </a:cubicBezTo>
                  <a:cubicBezTo>
                    <a:pt x="9576" y="14441"/>
                    <a:pt x="8620" y="14023"/>
                    <a:pt x="7613" y="14023"/>
                  </a:cubicBezTo>
                  <a:cubicBezTo>
                    <a:pt x="6495" y="14023"/>
                    <a:pt x="5315" y="14538"/>
                    <a:pt x="4403" y="16362"/>
                  </a:cubicBezTo>
                  <a:cubicBezTo>
                    <a:pt x="3536" y="18130"/>
                    <a:pt x="4236" y="20332"/>
                    <a:pt x="5671" y="21266"/>
                  </a:cubicBezTo>
                  <a:cubicBezTo>
                    <a:pt x="6690" y="21895"/>
                    <a:pt x="8194" y="22525"/>
                    <a:pt x="9142" y="22525"/>
                  </a:cubicBezTo>
                  <a:cubicBezTo>
                    <a:pt x="9249" y="22525"/>
                    <a:pt x="9349" y="22517"/>
                    <a:pt x="9440" y="22500"/>
                  </a:cubicBezTo>
                  <a:lnTo>
                    <a:pt x="9440" y="22500"/>
                  </a:lnTo>
                  <a:cubicBezTo>
                    <a:pt x="10207" y="24334"/>
                    <a:pt x="8973" y="37477"/>
                    <a:pt x="7939" y="38545"/>
                  </a:cubicBezTo>
                  <a:cubicBezTo>
                    <a:pt x="1727" y="44822"/>
                    <a:pt x="96" y="44916"/>
                    <a:pt x="4" y="44916"/>
                  </a:cubicBezTo>
                  <a:cubicBezTo>
                    <a:pt x="1" y="44916"/>
                    <a:pt x="0" y="44916"/>
                    <a:pt x="0" y="44916"/>
                  </a:cubicBezTo>
                  <a:lnTo>
                    <a:pt x="0" y="44916"/>
                  </a:lnTo>
                  <a:cubicBezTo>
                    <a:pt x="0" y="44916"/>
                    <a:pt x="11186" y="62456"/>
                    <a:pt x="18011" y="62456"/>
                  </a:cubicBezTo>
                  <a:cubicBezTo>
                    <a:pt x="20876" y="62456"/>
                    <a:pt x="22972" y="59365"/>
                    <a:pt x="23150" y="50587"/>
                  </a:cubicBezTo>
                  <a:cubicBezTo>
                    <a:pt x="23150" y="50587"/>
                    <a:pt x="26080" y="32907"/>
                    <a:pt x="26252" y="32907"/>
                  </a:cubicBezTo>
                  <a:cubicBezTo>
                    <a:pt x="26252" y="32907"/>
                    <a:pt x="26252" y="32907"/>
                    <a:pt x="26252" y="32907"/>
                  </a:cubicBezTo>
                  <a:cubicBezTo>
                    <a:pt x="26539" y="32957"/>
                    <a:pt x="26936" y="33002"/>
                    <a:pt x="27411" y="33002"/>
                  </a:cubicBezTo>
                  <a:cubicBezTo>
                    <a:pt x="30412" y="33002"/>
                    <a:pt x="36514" y="31223"/>
                    <a:pt x="37493" y="17830"/>
                  </a:cubicBezTo>
                  <a:cubicBezTo>
                    <a:pt x="38528" y="3453"/>
                    <a:pt x="28687" y="818"/>
                    <a:pt x="26119" y="317"/>
                  </a:cubicBezTo>
                  <a:cubicBezTo>
                    <a:pt x="25572" y="216"/>
                    <a:pt x="24703" y="1"/>
                    <a:pt x="23618" y="1"/>
                  </a:cubicBezTo>
                  <a:close/>
                </a:path>
              </a:pathLst>
            </a:custGeom>
            <a:solidFill>
              <a:srgbClr val="ED7F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42"/>
            <p:cNvSpPr/>
            <p:nvPr/>
          </p:nvSpPr>
          <p:spPr>
            <a:xfrm>
              <a:off x="3151600" y="2449700"/>
              <a:ext cx="152625" cy="66025"/>
            </a:xfrm>
            <a:custGeom>
              <a:avLst/>
              <a:gdLst/>
              <a:ahLst/>
              <a:cxnLst/>
              <a:rect l="l" t="t" r="r" b="b"/>
              <a:pathLst>
                <a:path w="6105" h="2641" extrusionOk="0">
                  <a:moveTo>
                    <a:pt x="0" y="0"/>
                  </a:moveTo>
                  <a:lnTo>
                    <a:pt x="400" y="734"/>
                  </a:lnTo>
                  <a:cubicBezTo>
                    <a:pt x="1027" y="1988"/>
                    <a:pt x="2216" y="2641"/>
                    <a:pt x="3423" y="2641"/>
                  </a:cubicBezTo>
                  <a:cubicBezTo>
                    <a:pt x="4399" y="2641"/>
                    <a:pt x="5389" y="2214"/>
                    <a:pt x="6104" y="133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B6B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42"/>
            <p:cNvSpPr/>
            <p:nvPr/>
          </p:nvSpPr>
          <p:spPr>
            <a:xfrm>
              <a:off x="2881400" y="1509450"/>
              <a:ext cx="637125" cy="498500"/>
            </a:xfrm>
            <a:custGeom>
              <a:avLst/>
              <a:gdLst/>
              <a:ahLst/>
              <a:cxnLst/>
              <a:rect l="l" t="t" r="r" b="b"/>
              <a:pathLst>
                <a:path w="25485" h="19940" extrusionOk="0">
                  <a:moveTo>
                    <a:pt x="16677" y="0"/>
                  </a:moveTo>
                  <a:cubicBezTo>
                    <a:pt x="8288" y="0"/>
                    <a:pt x="0" y="17763"/>
                    <a:pt x="0" y="17763"/>
                  </a:cubicBezTo>
                  <a:cubicBezTo>
                    <a:pt x="525" y="19042"/>
                    <a:pt x="1405" y="19940"/>
                    <a:pt x="3190" y="19940"/>
                  </a:cubicBezTo>
                  <a:cubicBezTo>
                    <a:pt x="4243" y="19940"/>
                    <a:pt x="5611" y="19627"/>
                    <a:pt x="7406" y="18897"/>
                  </a:cubicBezTo>
                  <a:cubicBezTo>
                    <a:pt x="9850" y="17883"/>
                    <a:pt x="12535" y="12340"/>
                    <a:pt x="14816" y="12340"/>
                  </a:cubicBezTo>
                  <a:cubicBezTo>
                    <a:pt x="15087" y="12340"/>
                    <a:pt x="15353" y="12419"/>
                    <a:pt x="15611" y="12592"/>
                  </a:cubicBezTo>
                  <a:cubicBezTo>
                    <a:pt x="17068" y="13573"/>
                    <a:pt x="18367" y="13977"/>
                    <a:pt x="19495" y="13977"/>
                  </a:cubicBezTo>
                  <a:cubicBezTo>
                    <a:pt x="23661" y="13977"/>
                    <a:pt x="25485" y="8465"/>
                    <a:pt x="24251" y="6154"/>
                  </a:cubicBezTo>
                  <a:cubicBezTo>
                    <a:pt x="21878" y="1701"/>
                    <a:pt x="19273" y="0"/>
                    <a:pt x="166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42"/>
            <p:cNvSpPr/>
            <p:nvPr/>
          </p:nvSpPr>
          <p:spPr>
            <a:xfrm>
              <a:off x="3470975" y="1674975"/>
              <a:ext cx="222700" cy="261875"/>
            </a:xfrm>
            <a:custGeom>
              <a:avLst/>
              <a:gdLst/>
              <a:ahLst/>
              <a:cxnLst/>
              <a:rect l="l" t="t" r="r" b="b"/>
              <a:pathLst>
                <a:path w="8908" h="10475" extrusionOk="0">
                  <a:moveTo>
                    <a:pt x="1" y="0"/>
                  </a:moveTo>
                  <a:cubicBezTo>
                    <a:pt x="1" y="1"/>
                    <a:pt x="1102" y="5805"/>
                    <a:pt x="5171" y="10475"/>
                  </a:cubicBezTo>
                  <a:cubicBezTo>
                    <a:pt x="5171" y="10475"/>
                    <a:pt x="8907" y="2802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42"/>
            <p:cNvSpPr/>
            <p:nvPr/>
          </p:nvSpPr>
          <p:spPr>
            <a:xfrm>
              <a:off x="2792175" y="2044750"/>
              <a:ext cx="108425" cy="78900"/>
            </a:xfrm>
            <a:custGeom>
              <a:avLst/>
              <a:gdLst/>
              <a:ahLst/>
              <a:cxnLst/>
              <a:rect l="l" t="t" r="r" b="b"/>
              <a:pathLst>
                <a:path w="4337" h="3156" extrusionOk="0">
                  <a:moveTo>
                    <a:pt x="1989" y="0"/>
                  </a:moveTo>
                  <a:cubicBezTo>
                    <a:pt x="889" y="0"/>
                    <a:pt x="0" y="1521"/>
                    <a:pt x="0" y="1521"/>
                  </a:cubicBezTo>
                  <a:lnTo>
                    <a:pt x="4337" y="3156"/>
                  </a:lnTo>
                  <a:cubicBezTo>
                    <a:pt x="3602" y="721"/>
                    <a:pt x="2746" y="0"/>
                    <a:pt x="1989" y="0"/>
                  </a:cubicBezTo>
                  <a:close/>
                </a:path>
              </a:pathLst>
            </a:custGeom>
            <a:solidFill>
              <a:srgbClr val="EB6B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42"/>
            <p:cNvSpPr/>
            <p:nvPr/>
          </p:nvSpPr>
          <p:spPr>
            <a:xfrm>
              <a:off x="3128250" y="2113750"/>
              <a:ext cx="195150" cy="174050"/>
            </a:xfrm>
            <a:custGeom>
              <a:avLst/>
              <a:gdLst/>
              <a:ahLst/>
              <a:cxnLst/>
              <a:rect l="l" t="t" r="r" b="b"/>
              <a:pathLst>
                <a:path w="7806" h="6962" extrusionOk="0">
                  <a:moveTo>
                    <a:pt x="3903" y="1"/>
                  </a:moveTo>
                  <a:cubicBezTo>
                    <a:pt x="2474" y="1"/>
                    <a:pt x="1136" y="904"/>
                    <a:pt x="634" y="2330"/>
                  </a:cubicBezTo>
                  <a:cubicBezTo>
                    <a:pt x="0" y="4132"/>
                    <a:pt x="934" y="6133"/>
                    <a:pt x="2735" y="6767"/>
                  </a:cubicBezTo>
                  <a:cubicBezTo>
                    <a:pt x="3117" y="6899"/>
                    <a:pt x="3505" y="6961"/>
                    <a:pt x="3886" y="6961"/>
                  </a:cubicBezTo>
                  <a:cubicBezTo>
                    <a:pt x="5332" y="6961"/>
                    <a:pt x="6670" y="6058"/>
                    <a:pt x="7172" y="4632"/>
                  </a:cubicBezTo>
                  <a:cubicBezTo>
                    <a:pt x="7806" y="2831"/>
                    <a:pt x="6838" y="829"/>
                    <a:pt x="5037" y="196"/>
                  </a:cubicBezTo>
                  <a:cubicBezTo>
                    <a:pt x="4662" y="63"/>
                    <a:pt x="4279" y="1"/>
                    <a:pt x="3903" y="1"/>
                  </a:cubicBezTo>
                  <a:close/>
                </a:path>
              </a:pathLst>
            </a:custGeom>
            <a:solidFill>
              <a:srgbClr val="EB6B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42"/>
            <p:cNvSpPr/>
            <p:nvPr/>
          </p:nvSpPr>
          <p:spPr>
            <a:xfrm>
              <a:off x="3487650" y="2167825"/>
              <a:ext cx="91775" cy="154300"/>
            </a:xfrm>
            <a:custGeom>
              <a:avLst/>
              <a:gdLst/>
              <a:ahLst/>
              <a:cxnLst/>
              <a:rect l="l" t="t" r="r" b="b"/>
              <a:pathLst>
                <a:path w="3671" h="6172" extrusionOk="0">
                  <a:moveTo>
                    <a:pt x="3670" y="1"/>
                  </a:moveTo>
                  <a:cubicBezTo>
                    <a:pt x="2469" y="234"/>
                    <a:pt x="968" y="835"/>
                    <a:pt x="535" y="2069"/>
                  </a:cubicBezTo>
                  <a:cubicBezTo>
                    <a:pt x="1" y="3637"/>
                    <a:pt x="635" y="5371"/>
                    <a:pt x="2036" y="6172"/>
                  </a:cubicBezTo>
                  <a:cubicBezTo>
                    <a:pt x="3503" y="4003"/>
                    <a:pt x="3670" y="1"/>
                    <a:pt x="3670" y="1"/>
                  </a:cubicBezTo>
                  <a:close/>
                </a:path>
              </a:pathLst>
            </a:custGeom>
            <a:solidFill>
              <a:srgbClr val="EB6B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42"/>
            <p:cNvSpPr/>
            <p:nvPr/>
          </p:nvSpPr>
          <p:spPr>
            <a:xfrm>
              <a:off x="3305975" y="1978500"/>
              <a:ext cx="115825" cy="31750"/>
            </a:xfrm>
            <a:custGeom>
              <a:avLst/>
              <a:gdLst/>
              <a:ahLst/>
              <a:cxnLst/>
              <a:rect l="l" t="t" r="r" b="b"/>
              <a:pathLst>
                <a:path w="4633" h="1270" extrusionOk="0">
                  <a:moveTo>
                    <a:pt x="2726" y="1"/>
                  </a:moveTo>
                  <a:cubicBezTo>
                    <a:pt x="1886" y="1"/>
                    <a:pt x="1" y="933"/>
                    <a:pt x="201" y="933"/>
                  </a:cubicBezTo>
                  <a:cubicBezTo>
                    <a:pt x="221" y="933"/>
                    <a:pt x="263" y="923"/>
                    <a:pt x="330" y="902"/>
                  </a:cubicBezTo>
                  <a:cubicBezTo>
                    <a:pt x="749" y="770"/>
                    <a:pt x="1205" y="719"/>
                    <a:pt x="1657" y="719"/>
                  </a:cubicBezTo>
                  <a:cubicBezTo>
                    <a:pt x="3147" y="719"/>
                    <a:pt x="4599" y="1269"/>
                    <a:pt x="4599" y="1269"/>
                  </a:cubicBezTo>
                  <a:cubicBezTo>
                    <a:pt x="4633" y="469"/>
                    <a:pt x="3699" y="68"/>
                    <a:pt x="2765" y="2"/>
                  </a:cubicBezTo>
                  <a:cubicBezTo>
                    <a:pt x="2752" y="1"/>
                    <a:pt x="2739" y="1"/>
                    <a:pt x="27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42"/>
            <p:cNvSpPr/>
            <p:nvPr/>
          </p:nvSpPr>
          <p:spPr>
            <a:xfrm>
              <a:off x="3507675" y="2023275"/>
              <a:ext cx="83350" cy="53000"/>
            </a:xfrm>
            <a:custGeom>
              <a:avLst/>
              <a:gdLst/>
              <a:ahLst/>
              <a:cxnLst/>
              <a:rect l="l" t="t" r="r" b="b"/>
              <a:pathLst>
                <a:path w="3334" h="2120" extrusionOk="0">
                  <a:moveTo>
                    <a:pt x="873" y="0"/>
                  </a:moveTo>
                  <a:cubicBezTo>
                    <a:pt x="515" y="0"/>
                    <a:pt x="199" y="123"/>
                    <a:pt x="1" y="412"/>
                  </a:cubicBezTo>
                  <a:cubicBezTo>
                    <a:pt x="1" y="445"/>
                    <a:pt x="1869" y="479"/>
                    <a:pt x="3036" y="1980"/>
                  </a:cubicBezTo>
                  <a:cubicBezTo>
                    <a:pt x="3108" y="2077"/>
                    <a:pt x="3156" y="2120"/>
                    <a:pt x="3183" y="2120"/>
                  </a:cubicBezTo>
                  <a:cubicBezTo>
                    <a:pt x="3333" y="2120"/>
                    <a:pt x="2851" y="841"/>
                    <a:pt x="2202" y="445"/>
                  </a:cubicBezTo>
                  <a:cubicBezTo>
                    <a:pt x="1785" y="174"/>
                    <a:pt x="1299" y="0"/>
                    <a:pt x="8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42"/>
            <p:cNvSpPr/>
            <p:nvPr/>
          </p:nvSpPr>
          <p:spPr>
            <a:xfrm>
              <a:off x="3364250" y="2102500"/>
              <a:ext cx="45875" cy="72325"/>
            </a:xfrm>
            <a:custGeom>
              <a:avLst/>
              <a:gdLst/>
              <a:ahLst/>
              <a:cxnLst/>
              <a:rect l="l" t="t" r="r" b="b"/>
              <a:pathLst>
                <a:path w="1835" h="2893" extrusionOk="0">
                  <a:moveTo>
                    <a:pt x="1214" y="0"/>
                  </a:moveTo>
                  <a:cubicBezTo>
                    <a:pt x="859" y="0"/>
                    <a:pt x="418" y="540"/>
                    <a:pt x="234" y="1279"/>
                  </a:cubicBezTo>
                  <a:cubicBezTo>
                    <a:pt x="0" y="2047"/>
                    <a:pt x="134" y="2780"/>
                    <a:pt x="534" y="2880"/>
                  </a:cubicBezTo>
                  <a:cubicBezTo>
                    <a:pt x="566" y="2889"/>
                    <a:pt x="599" y="2892"/>
                    <a:pt x="632" y="2892"/>
                  </a:cubicBezTo>
                  <a:cubicBezTo>
                    <a:pt x="1008" y="2892"/>
                    <a:pt x="1417" y="2382"/>
                    <a:pt x="1601" y="1646"/>
                  </a:cubicBezTo>
                  <a:cubicBezTo>
                    <a:pt x="1835" y="846"/>
                    <a:pt x="1701" y="112"/>
                    <a:pt x="1301" y="12"/>
                  </a:cubicBezTo>
                  <a:cubicBezTo>
                    <a:pt x="1273" y="4"/>
                    <a:pt x="1244" y="0"/>
                    <a:pt x="1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42"/>
            <p:cNvSpPr/>
            <p:nvPr/>
          </p:nvSpPr>
          <p:spPr>
            <a:xfrm>
              <a:off x="3487650" y="2131675"/>
              <a:ext cx="43400" cy="69000"/>
            </a:xfrm>
            <a:custGeom>
              <a:avLst/>
              <a:gdLst/>
              <a:ahLst/>
              <a:cxnLst/>
              <a:rect l="l" t="t" r="r" b="b"/>
              <a:pathLst>
                <a:path w="1736" h="2760" extrusionOk="0">
                  <a:moveTo>
                    <a:pt x="1144" y="0"/>
                  </a:moveTo>
                  <a:cubicBezTo>
                    <a:pt x="794" y="0"/>
                    <a:pt x="385" y="505"/>
                    <a:pt x="201" y="1180"/>
                  </a:cubicBezTo>
                  <a:cubicBezTo>
                    <a:pt x="1" y="1947"/>
                    <a:pt x="134" y="2647"/>
                    <a:pt x="501" y="2748"/>
                  </a:cubicBezTo>
                  <a:cubicBezTo>
                    <a:pt x="531" y="2756"/>
                    <a:pt x="561" y="2760"/>
                    <a:pt x="592" y="2760"/>
                  </a:cubicBezTo>
                  <a:cubicBezTo>
                    <a:pt x="942" y="2760"/>
                    <a:pt x="1351" y="2252"/>
                    <a:pt x="1535" y="1547"/>
                  </a:cubicBezTo>
                  <a:cubicBezTo>
                    <a:pt x="1736" y="779"/>
                    <a:pt x="1602" y="112"/>
                    <a:pt x="1235" y="12"/>
                  </a:cubicBezTo>
                  <a:cubicBezTo>
                    <a:pt x="1205" y="4"/>
                    <a:pt x="1175" y="0"/>
                    <a:pt x="1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42"/>
            <p:cNvSpPr/>
            <p:nvPr/>
          </p:nvSpPr>
          <p:spPr>
            <a:xfrm>
              <a:off x="3409275" y="2093600"/>
              <a:ext cx="61725" cy="132625"/>
            </a:xfrm>
            <a:custGeom>
              <a:avLst/>
              <a:gdLst/>
              <a:ahLst/>
              <a:cxnLst/>
              <a:rect l="l" t="t" r="r" b="b"/>
              <a:pathLst>
                <a:path w="2469" h="5305" extrusionOk="0">
                  <a:moveTo>
                    <a:pt x="1902" y="1"/>
                  </a:moveTo>
                  <a:lnTo>
                    <a:pt x="0" y="4738"/>
                  </a:lnTo>
                  <a:lnTo>
                    <a:pt x="2469" y="5305"/>
                  </a:lnTo>
                  <a:lnTo>
                    <a:pt x="1902" y="1"/>
                  </a:lnTo>
                  <a:close/>
                </a:path>
              </a:pathLst>
            </a:custGeom>
            <a:solidFill>
              <a:srgbClr val="EB6B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42"/>
            <p:cNvSpPr/>
            <p:nvPr/>
          </p:nvSpPr>
          <p:spPr>
            <a:xfrm>
              <a:off x="3362575" y="2227025"/>
              <a:ext cx="131775" cy="78025"/>
            </a:xfrm>
            <a:custGeom>
              <a:avLst/>
              <a:gdLst/>
              <a:ahLst/>
              <a:cxnLst/>
              <a:rect l="l" t="t" r="r" b="b"/>
              <a:pathLst>
                <a:path w="5271" h="3121" extrusionOk="0">
                  <a:moveTo>
                    <a:pt x="0" y="1"/>
                  </a:moveTo>
                  <a:cubicBezTo>
                    <a:pt x="0" y="1"/>
                    <a:pt x="201" y="2036"/>
                    <a:pt x="1802" y="2936"/>
                  </a:cubicBezTo>
                  <a:cubicBezTo>
                    <a:pt x="2026" y="3065"/>
                    <a:pt x="2256" y="3120"/>
                    <a:pt x="2487" y="3120"/>
                  </a:cubicBezTo>
                  <a:cubicBezTo>
                    <a:pt x="3874" y="3120"/>
                    <a:pt x="5271" y="1135"/>
                    <a:pt x="5271" y="113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42"/>
            <p:cNvSpPr/>
            <p:nvPr/>
          </p:nvSpPr>
          <p:spPr>
            <a:xfrm>
              <a:off x="2608700" y="1274700"/>
              <a:ext cx="287725" cy="210175"/>
            </a:xfrm>
            <a:custGeom>
              <a:avLst/>
              <a:gdLst/>
              <a:ahLst/>
              <a:cxnLst/>
              <a:rect l="l" t="t" r="r" b="b"/>
              <a:pathLst>
                <a:path w="11509" h="8407" fill="none" extrusionOk="0">
                  <a:moveTo>
                    <a:pt x="10908" y="8406"/>
                  </a:moveTo>
                  <a:cubicBezTo>
                    <a:pt x="11475" y="7706"/>
                    <a:pt x="11509" y="6738"/>
                    <a:pt x="11442" y="5838"/>
                  </a:cubicBezTo>
                  <a:cubicBezTo>
                    <a:pt x="11342" y="4003"/>
                    <a:pt x="10908" y="2001"/>
                    <a:pt x="9407" y="901"/>
                  </a:cubicBezTo>
                  <a:cubicBezTo>
                    <a:pt x="8540" y="234"/>
                    <a:pt x="7372" y="0"/>
                    <a:pt x="6305" y="267"/>
                  </a:cubicBezTo>
                  <a:cubicBezTo>
                    <a:pt x="5238" y="534"/>
                    <a:pt x="4304" y="1301"/>
                    <a:pt x="3837" y="2302"/>
                  </a:cubicBezTo>
                  <a:cubicBezTo>
                    <a:pt x="3570" y="2869"/>
                    <a:pt x="3470" y="3503"/>
                    <a:pt x="3103" y="4003"/>
                  </a:cubicBezTo>
                  <a:cubicBezTo>
                    <a:pt x="2436" y="4937"/>
                    <a:pt x="1168" y="5170"/>
                    <a:pt x="1" y="5337"/>
                  </a:cubicBezTo>
                </a:path>
              </a:pathLst>
            </a:custGeom>
            <a:noFill/>
            <a:ln w="1250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42"/>
            <p:cNvSpPr/>
            <p:nvPr/>
          </p:nvSpPr>
          <p:spPr>
            <a:xfrm>
              <a:off x="3406775" y="1359750"/>
              <a:ext cx="158475" cy="254375"/>
            </a:xfrm>
            <a:custGeom>
              <a:avLst/>
              <a:gdLst/>
              <a:ahLst/>
              <a:cxnLst/>
              <a:rect l="l" t="t" r="r" b="b"/>
              <a:pathLst>
                <a:path w="6339" h="10175" fill="none" extrusionOk="0">
                  <a:moveTo>
                    <a:pt x="2435" y="0"/>
                  </a:moveTo>
                  <a:cubicBezTo>
                    <a:pt x="4003" y="834"/>
                    <a:pt x="5704" y="1835"/>
                    <a:pt x="6171" y="3536"/>
                  </a:cubicBezTo>
                  <a:cubicBezTo>
                    <a:pt x="6271" y="3937"/>
                    <a:pt x="6305" y="4337"/>
                    <a:pt x="6305" y="4771"/>
                  </a:cubicBezTo>
                  <a:cubicBezTo>
                    <a:pt x="6338" y="5438"/>
                    <a:pt x="6305" y="6138"/>
                    <a:pt x="6238" y="6805"/>
                  </a:cubicBezTo>
                  <a:cubicBezTo>
                    <a:pt x="6205" y="7439"/>
                    <a:pt x="6105" y="8106"/>
                    <a:pt x="5804" y="8640"/>
                  </a:cubicBezTo>
                  <a:cubicBezTo>
                    <a:pt x="5271" y="9574"/>
                    <a:pt x="4170" y="10041"/>
                    <a:pt x="3103" y="10108"/>
                  </a:cubicBezTo>
                  <a:cubicBezTo>
                    <a:pt x="2068" y="10174"/>
                    <a:pt x="1001" y="9874"/>
                    <a:pt x="0" y="9574"/>
                  </a:cubicBezTo>
                </a:path>
              </a:pathLst>
            </a:custGeom>
            <a:noFill/>
            <a:ln w="1250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42"/>
            <p:cNvSpPr/>
            <p:nvPr/>
          </p:nvSpPr>
          <p:spPr>
            <a:xfrm>
              <a:off x="3099875" y="1740025"/>
              <a:ext cx="416175" cy="148450"/>
            </a:xfrm>
            <a:custGeom>
              <a:avLst/>
              <a:gdLst/>
              <a:ahLst/>
              <a:cxnLst/>
              <a:rect l="l" t="t" r="r" b="b"/>
              <a:pathLst>
                <a:path w="16647" h="5938" fill="none" extrusionOk="0">
                  <a:moveTo>
                    <a:pt x="16446" y="0"/>
                  </a:moveTo>
                  <a:cubicBezTo>
                    <a:pt x="16646" y="1802"/>
                    <a:pt x="15846" y="3636"/>
                    <a:pt x="14411" y="4704"/>
                  </a:cubicBezTo>
                  <a:cubicBezTo>
                    <a:pt x="12943" y="5738"/>
                    <a:pt x="10909" y="5938"/>
                    <a:pt x="9308" y="5204"/>
                  </a:cubicBezTo>
                  <a:cubicBezTo>
                    <a:pt x="7806" y="4504"/>
                    <a:pt x="6739" y="3136"/>
                    <a:pt x="5338" y="2269"/>
                  </a:cubicBezTo>
                  <a:cubicBezTo>
                    <a:pt x="3737" y="1335"/>
                    <a:pt x="1769" y="1101"/>
                    <a:pt x="1" y="1668"/>
                  </a:cubicBezTo>
                </a:path>
              </a:pathLst>
            </a:custGeom>
            <a:noFill/>
            <a:ln w="1250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42"/>
            <p:cNvSpPr/>
            <p:nvPr/>
          </p:nvSpPr>
          <p:spPr>
            <a:xfrm>
              <a:off x="2895575" y="1899300"/>
              <a:ext cx="122600" cy="504550"/>
            </a:xfrm>
            <a:custGeom>
              <a:avLst/>
              <a:gdLst/>
              <a:ahLst/>
              <a:cxnLst/>
              <a:rect l="l" t="t" r="r" b="b"/>
              <a:pathLst>
                <a:path w="4904" h="20182" fill="none" extrusionOk="0">
                  <a:moveTo>
                    <a:pt x="4904" y="1"/>
                  </a:moveTo>
                  <a:cubicBezTo>
                    <a:pt x="3636" y="601"/>
                    <a:pt x="2335" y="1301"/>
                    <a:pt x="1435" y="2369"/>
                  </a:cubicBezTo>
                  <a:cubicBezTo>
                    <a:pt x="567" y="3470"/>
                    <a:pt x="167" y="5104"/>
                    <a:pt x="901" y="6338"/>
                  </a:cubicBezTo>
                  <a:cubicBezTo>
                    <a:pt x="1401" y="7172"/>
                    <a:pt x="2335" y="7639"/>
                    <a:pt x="3103" y="8240"/>
                  </a:cubicBezTo>
                  <a:cubicBezTo>
                    <a:pt x="3903" y="8807"/>
                    <a:pt x="4637" y="9674"/>
                    <a:pt x="4504" y="10675"/>
                  </a:cubicBezTo>
                  <a:cubicBezTo>
                    <a:pt x="4303" y="11909"/>
                    <a:pt x="2836" y="12476"/>
                    <a:pt x="1868" y="13277"/>
                  </a:cubicBezTo>
                  <a:cubicBezTo>
                    <a:pt x="601" y="14344"/>
                    <a:pt x="0" y="16145"/>
                    <a:pt x="434" y="17747"/>
                  </a:cubicBezTo>
                  <a:cubicBezTo>
                    <a:pt x="668" y="18614"/>
                    <a:pt x="1268" y="19481"/>
                    <a:pt x="2102" y="19815"/>
                  </a:cubicBezTo>
                  <a:cubicBezTo>
                    <a:pt x="2969" y="20182"/>
                    <a:pt x="4103" y="19915"/>
                    <a:pt x="4537" y="19114"/>
                  </a:cubicBezTo>
                </a:path>
              </a:pathLst>
            </a:custGeom>
            <a:noFill/>
            <a:ln w="1250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42"/>
            <p:cNvSpPr/>
            <p:nvPr/>
          </p:nvSpPr>
          <p:spPr>
            <a:xfrm>
              <a:off x="4103925" y="2864725"/>
              <a:ext cx="819775" cy="1051050"/>
            </a:xfrm>
            <a:custGeom>
              <a:avLst/>
              <a:gdLst/>
              <a:ahLst/>
              <a:cxnLst/>
              <a:rect l="l" t="t" r="r" b="b"/>
              <a:pathLst>
                <a:path w="32791" h="42042" extrusionOk="0">
                  <a:moveTo>
                    <a:pt x="31010" y="1"/>
                  </a:moveTo>
                  <a:cubicBezTo>
                    <a:pt x="29349" y="1"/>
                    <a:pt x="16012" y="17657"/>
                    <a:pt x="16012" y="17657"/>
                  </a:cubicBezTo>
                  <a:cubicBezTo>
                    <a:pt x="16012" y="17657"/>
                    <a:pt x="800" y="33670"/>
                    <a:pt x="30" y="33688"/>
                  </a:cubicBezTo>
                  <a:lnTo>
                    <a:pt x="30" y="33688"/>
                  </a:lnTo>
                  <a:lnTo>
                    <a:pt x="1" y="33669"/>
                  </a:lnTo>
                  <a:lnTo>
                    <a:pt x="1" y="33669"/>
                  </a:lnTo>
                  <a:cubicBezTo>
                    <a:pt x="4" y="33682"/>
                    <a:pt x="13" y="33688"/>
                    <a:pt x="29" y="33688"/>
                  </a:cubicBezTo>
                  <a:cubicBezTo>
                    <a:pt x="29" y="33688"/>
                    <a:pt x="29" y="33688"/>
                    <a:pt x="30" y="33688"/>
                  </a:cubicBezTo>
                  <a:lnTo>
                    <a:pt x="30" y="33688"/>
                  </a:lnTo>
                  <a:lnTo>
                    <a:pt x="12443" y="42041"/>
                  </a:lnTo>
                  <a:cubicBezTo>
                    <a:pt x="19315" y="33435"/>
                    <a:pt x="24452" y="26330"/>
                    <a:pt x="24452" y="26330"/>
                  </a:cubicBezTo>
                  <a:cubicBezTo>
                    <a:pt x="27487" y="24162"/>
                    <a:pt x="32791" y="17891"/>
                    <a:pt x="32557" y="17057"/>
                  </a:cubicBezTo>
                  <a:cubicBezTo>
                    <a:pt x="32324" y="16223"/>
                    <a:pt x="30890" y="15389"/>
                    <a:pt x="30523" y="13955"/>
                  </a:cubicBezTo>
                  <a:cubicBezTo>
                    <a:pt x="30156" y="12554"/>
                    <a:pt x="29589" y="11820"/>
                    <a:pt x="28488" y="11353"/>
                  </a:cubicBezTo>
                  <a:cubicBezTo>
                    <a:pt x="27420" y="10886"/>
                    <a:pt x="27087" y="9918"/>
                    <a:pt x="27087" y="9918"/>
                  </a:cubicBezTo>
                  <a:cubicBezTo>
                    <a:pt x="27087" y="9918"/>
                    <a:pt x="32557" y="1612"/>
                    <a:pt x="31123" y="45"/>
                  </a:cubicBezTo>
                  <a:cubicBezTo>
                    <a:pt x="31095" y="15"/>
                    <a:pt x="31057" y="1"/>
                    <a:pt x="31010" y="1"/>
                  </a:cubicBezTo>
                  <a:close/>
                </a:path>
              </a:pathLst>
            </a:custGeom>
            <a:solidFill>
              <a:srgbClr val="ED7F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42"/>
            <p:cNvSpPr/>
            <p:nvPr/>
          </p:nvSpPr>
          <p:spPr>
            <a:xfrm>
              <a:off x="4515900" y="3106700"/>
              <a:ext cx="261875" cy="251650"/>
            </a:xfrm>
            <a:custGeom>
              <a:avLst/>
              <a:gdLst/>
              <a:ahLst/>
              <a:cxnLst/>
              <a:rect l="l" t="t" r="r" b="b"/>
              <a:pathLst>
                <a:path w="10475" h="10066" extrusionOk="0">
                  <a:moveTo>
                    <a:pt x="4018" y="1"/>
                  </a:moveTo>
                  <a:cubicBezTo>
                    <a:pt x="2788" y="1"/>
                    <a:pt x="0" y="7845"/>
                    <a:pt x="0" y="7845"/>
                  </a:cubicBezTo>
                  <a:cubicBezTo>
                    <a:pt x="0" y="7845"/>
                    <a:pt x="1653" y="10066"/>
                    <a:pt x="3639" y="10066"/>
                  </a:cubicBezTo>
                  <a:cubicBezTo>
                    <a:pt x="3857" y="10066"/>
                    <a:pt x="4079" y="10039"/>
                    <a:pt x="4303" y="9980"/>
                  </a:cubicBezTo>
                  <a:cubicBezTo>
                    <a:pt x="6572" y="9413"/>
                    <a:pt x="5738" y="4876"/>
                    <a:pt x="5738" y="4876"/>
                  </a:cubicBezTo>
                  <a:lnTo>
                    <a:pt x="5738" y="4876"/>
                  </a:lnTo>
                  <a:cubicBezTo>
                    <a:pt x="5738" y="4876"/>
                    <a:pt x="7475" y="5519"/>
                    <a:pt x="8823" y="5519"/>
                  </a:cubicBezTo>
                  <a:cubicBezTo>
                    <a:pt x="9646" y="5519"/>
                    <a:pt x="10324" y="5280"/>
                    <a:pt x="10374" y="4509"/>
                  </a:cubicBezTo>
                  <a:cubicBezTo>
                    <a:pt x="10474" y="2508"/>
                    <a:pt x="5237" y="239"/>
                    <a:pt x="4070" y="6"/>
                  </a:cubicBezTo>
                  <a:cubicBezTo>
                    <a:pt x="4053" y="2"/>
                    <a:pt x="4035" y="1"/>
                    <a:pt x="4018" y="1"/>
                  </a:cubicBezTo>
                  <a:close/>
                </a:path>
              </a:pathLst>
            </a:custGeom>
            <a:solidFill>
              <a:srgbClr val="ED7F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42"/>
            <p:cNvSpPr/>
            <p:nvPr/>
          </p:nvSpPr>
          <p:spPr>
            <a:xfrm>
              <a:off x="4679600" y="3241925"/>
              <a:ext cx="133200" cy="170075"/>
            </a:xfrm>
            <a:custGeom>
              <a:avLst/>
              <a:gdLst/>
              <a:ahLst/>
              <a:cxnLst/>
              <a:rect l="l" t="t" r="r" b="b"/>
              <a:pathLst>
                <a:path w="5328" h="6803" extrusionOk="0">
                  <a:moveTo>
                    <a:pt x="391" y="1"/>
                  </a:moveTo>
                  <a:lnTo>
                    <a:pt x="391" y="1"/>
                  </a:lnTo>
                  <a:cubicBezTo>
                    <a:pt x="391" y="1"/>
                    <a:pt x="388" y="20"/>
                    <a:pt x="387" y="56"/>
                  </a:cubicBezTo>
                  <a:lnTo>
                    <a:pt x="387" y="56"/>
                  </a:lnTo>
                  <a:cubicBezTo>
                    <a:pt x="388" y="37"/>
                    <a:pt x="389" y="19"/>
                    <a:pt x="391" y="1"/>
                  </a:cubicBezTo>
                  <a:close/>
                  <a:moveTo>
                    <a:pt x="387" y="56"/>
                  </a:moveTo>
                  <a:cubicBezTo>
                    <a:pt x="1" y="5402"/>
                    <a:pt x="1101" y="6803"/>
                    <a:pt x="2361" y="6803"/>
                  </a:cubicBezTo>
                  <a:cubicBezTo>
                    <a:pt x="3748" y="6803"/>
                    <a:pt x="5327" y="5104"/>
                    <a:pt x="5327" y="5104"/>
                  </a:cubicBezTo>
                  <a:cubicBezTo>
                    <a:pt x="4027" y="4871"/>
                    <a:pt x="4427" y="3637"/>
                    <a:pt x="4427" y="3637"/>
                  </a:cubicBezTo>
                  <a:lnTo>
                    <a:pt x="4427" y="3637"/>
                  </a:lnTo>
                  <a:cubicBezTo>
                    <a:pt x="4244" y="3676"/>
                    <a:pt x="4074" y="3694"/>
                    <a:pt x="3916" y="3694"/>
                  </a:cubicBezTo>
                  <a:cubicBezTo>
                    <a:pt x="2199" y="3694"/>
                    <a:pt x="1892" y="1568"/>
                    <a:pt x="1892" y="1568"/>
                  </a:cubicBezTo>
                  <a:cubicBezTo>
                    <a:pt x="438" y="1249"/>
                    <a:pt x="378" y="295"/>
                    <a:pt x="387" y="56"/>
                  </a:cubicBezTo>
                  <a:close/>
                </a:path>
              </a:pathLst>
            </a:custGeom>
            <a:solidFill>
              <a:srgbClr val="EB6B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42"/>
            <p:cNvSpPr/>
            <p:nvPr/>
          </p:nvSpPr>
          <p:spPr>
            <a:xfrm>
              <a:off x="4664325" y="3121000"/>
              <a:ext cx="145150" cy="191000"/>
            </a:xfrm>
            <a:custGeom>
              <a:avLst/>
              <a:gdLst/>
              <a:ahLst/>
              <a:cxnLst/>
              <a:rect l="l" t="t" r="r" b="b"/>
              <a:pathLst>
                <a:path w="5806" h="7640" extrusionOk="0">
                  <a:moveTo>
                    <a:pt x="34" y="1"/>
                  </a:moveTo>
                  <a:lnTo>
                    <a:pt x="1" y="68"/>
                  </a:lnTo>
                  <a:cubicBezTo>
                    <a:pt x="1068" y="568"/>
                    <a:pt x="2136" y="1102"/>
                    <a:pt x="3203" y="1669"/>
                  </a:cubicBezTo>
                  <a:lnTo>
                    <a:pt x="3970" y="2102"/>
                  </a:lnTo>
                  <a:cubicBezTo>
                    <a:pt x="4237" y="2236"/>
                    <a:pt x="4504" y="2369"/>
                    <a:pt x="4738" y="2569"/>
                  </a:cubicBezTo>
                  <a:cubicBezTo>
                    <a:pt x="4971" y="2736"/>
                    <a:pt x="5171" y="2970"/>
                    <a:pt x="5238" y="3237"/>
                  </a:cubicBezTo>
                  <a:cubicBezTo>
                    <a:pt x="5338" y="3503"/>
                    <a:pt x="5238" y="3804"/>
                    <a:pt x="5004" y="4004"/>
                  </a:cubicBezTo>
                  <a:cubicBezTo>
                    <a:pt x="4604" y="4371"/>
                    <a:pt x="4004" y="4604"/>
                    <a:pt x="3437" y="4704"/>
                  </a:cubicBezTo>
                  <a:cubicBezTo>
                    <a:pt x="2870" y="4838"/>
                    <a:pt x="2269" y="4871"/>
                    <a:pt x="1669" y="4871"/>
                  </a:cubicBezTo>
                  <a:lnTo>
                    <a:pt x="1235" y="4871"/>
                  </a:lnTo>
                  <a:cubicBezTo>
                    <a:pt x="1068" y="4871"/>
                    <a:pt x="902" y="4871"/>
                    <a:pt x="768" y="5004"/>
                  </a:cubicBezTo>
                  <a:cubicBezTo>
                    <a:pt x="635" y="5105"/>
                    <a:pt x="668" y="5305"/>
                    <a:pt x="701" y="5438"/>
                  </a:cubicBezTo>
                  <a:lnTo>
                    <a:pt x="768" y="5872"/>
                  </a:lnTo>
                  <a:lnTo>
                    <a:pt x="1102" y="7640"/>
                  </a:lnTo>
                  <a:lnTo>
                    <a:pt x="1168" y="7640"/>
                  </a:lnTo>
                  <a:cubicBezTo>
                    <a:pt x="1168" y="7006"/>
                    <a:pt x="1102" y="6439"/>
                    <a:pt x="1035" y="5838"/>
                  </a:cubicBezTo>
                  <a:lnTo>
                    <a:pt x="1002" y="5371"/>
                  </a:lnTo>
                  <a:cubicBezTo>
                    <a:pt x="1002" y="5305"/>
                    <a:pt x="1002" y="5271"/>
                    <a:pt x="1002" y="5238"/>
                  </a:cubicBezTo>
                  <a:cubicBezTo>
                    <a:pt x="1035" y="5238"/>
                    <a:pt x="1035" y="5271"/>
                    <a:pt x="1035" y="5271"/>
                  </a:cubicBezTo>
                  <a:cubicBezTo>
                    <a:pt x="1035" y="5271"/>
                    <a:pt x="1102" y="5238"/>
                    <a:pt x="1235" y="5238"/>
                  </a:cubicBezTo>
                  <a:lnTo>
                    <a:pt x="1669" y="5271"/>
                  </a:lnTo>
                  <a:cubicBezTo>
                    <a:pt x="1881" y="5295"/>
                    <a:pt x="2098" y="5306"/>
                    <a:pt x="2318" y="5306"/>
                  </a:cubicBezTo>
                  <a:cubicBezTo>
                    <a:pt x="2718" y="5306"/>
                    <a:pt x="3128" y="5269"/>
                    <a:pt x="3537" y="5205"/>
                  </a:cubicBezTo>
                  <a:cubicBezTo>
                    <a:pt x="3870" y="5138"/>
                    <a:pt x="4171" y="5071"/>
                    <a:pt x="4504" y="4938"/>
                  </a:cubicBezTo>
                  <a:cubicBezTo>
                    <a:pt x="4804" y="4804"/>
                    <a:pt x="5105" y="4638"/>
                    <a:pt x="5405" y="4371"/>
                  </a:cubicBezTo>
                  <a:cubicBezTo>
                    <a:pt x="5538" y="4237"/>
                    <a:pt x="5672" y="4037"/>
                    <a:pt x="5738" y="3804"/>
                  </a:cubicBezTo>
                  <a:cubicBezTo>
                    <a:pt x="5805" y="3570"/>
                    <a:pt x="5805" y="3303"/>
                    <a:pt x="5738" y="3070"/>
                  </a:cubicBezTo>
                  <a:cubicBezTo>
                    <a:pt x="5605" y="2636"/>
                    <a:pt x="5305" y="2369"/>
                    <a:pt x="5038" y="2169"/>
                  </a:cubicBezTo>
                  <a:cubicBezTo>
                    <a:pt x="4771" y="1936"/>
                    <a:pt x="4471" y="1802"/>
                    <a:pt x="4204" y="1669"/>
                  </a:cubicBezTo>
                  <a:cubicBezTo>
                    <a:pt x="3937" y="1535"/>
                    <a:pt x="3670" y="1402"/>
                    <a:pt x="3403" y="1302"/>
                  </a:cubicBezTo>
                  <a:cubicBezTo>
                    <a:pt x="2303" y="768"/>
                    <a:pt x="1202" y="368"/>
                    <a:pt x="34" y="1"/>
                  </a:cubicBezTo>
                  <a:close/>
                </a:path>
              </a:pathLst>
            </a:custGeom>
            <a:solidFill>
              <a:srgbClr val="EB6B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42"/>
            <p:cNvSpPr/>
            <p:nvPr/>
          </p:nvSpPr>
          <p:spPr>
            <a:xfrm>
              <a:off x="4737725" y="3106000"/>
              <a:ext cx="46725" cy="47550"/>
            </a:xfrm>
            <a:custGeom>
              <a:avLst/>
              <a:gdLst/>
              <a:ahLst/>
              <a:cxnLst/>
              <a:rect l="l" t="t" r="r" b="b"/>
              <a:pathLst>
                <a:path w="1869" h="1902" extrusionOk="0">
                  <a:moveTo>
                    <a:pt x="1835" y="0"/>
                  </a:moveTo>
                  <a:lnTo>
                    <a:pt x="901" y="934"/>
                  </a:lnTo>
                  <a:lnTo>
                    <a:pt x="0" y="1868"/>
                  </a:lnTo>
                  <a:lnTo>
                    <a:pt x="34" y="1902"/>
                  </a:lnTo>
                  <a:cubicBezTo>
                    <a:pt x="334" y="1868"/>
                    <a:pt x="534" y="1802"/>
                    <a:pt x="734" y="1668"/>
                  </a:cubicBezTo>
                  <a:cubicBezTo>
                    <a:pt x="968" y="1568"/>
                    <a:pt x="1134" y="1435"/>
                    <a:pt x="1268" y="1301"/>
                  </a:cubicBezTo>
                  <a:cubicBezTo>
                    <a:pt x="1435" y="1135"/>
                    <a:pt x="1568" y="968"/>
                    <a:pt x="1668" y="768"/>
                  </a:cubicBezTo>
                  <a:cubicBezTo>
                    <a:pt x="1768" y="568"/>
                    <a:pt x="1835" y="334"/>
                    <a:pt x="1868" y="67"/>
                  </a:cubicBezTo>
                  <a:lnTo>
                    <a:pt x="1835" y="0"/>
                  </a:lnTo>
                  <a:close/>
                </a:path>
              </a:pathLst>
            </a:custGeom>
            <a:solidFill>
              <a:srgbClr val="EB6B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42"/>
            <p:cNvSpPr/>
            <p:nvPr/>
          </p:nvSpPr>
          <p:spPr>
            <a:xfrm>
              <a:off x="4694350" y="3181875"/>
              <a:ext cx="150150" cy="103975"/>
            </a:xfrm>
            <a:custGeom>
              <a:avLst/>
              <a:gdLst/>
              <a:ahLst/>
              <a:cxnLst/>
              <a:rect l="l" t="t" r="r" b="b"/>
              <a:pathLst>
                <a:path w="6006" h="4159" extrusionOk="0">
                  <a:moveTo>
                    <a:pt x="5972" y="1"/>
                  </a:moveTo>
                  <a:cubicBezTo>
                    <a:pt x="5171" y="935"/>
                    <a:pt x="4237" y="1769"/>
                    <a:pt x="3236" y="2536"/>
                  </a:cubicBezTo>
                  <a:cubicBezTo>
                    <a:pt x="2769" y="2903"/>
                    <a:pt x="2269" y="3303"/>
                    <a:pt x="1735" y="3604"/>
                  </a:cubicBezTo>
                  <a:cubicBezTo>
                    <a:pt x="1468" y="3737"/>
                    <a:pt x="1168" y="3870"/>
                    <a:pt x="868" y="3870"/>
                  </a:cubicBezTo>
                  <a:cubicBezTo>
                    <a:pt x="568" y="3870"/>
                    <a:pt x="234" y="3770"/>
                    <a:pt x="67" y="3503"/>
                  </a:cubicBezTo>
                  <a:lnTo>
                    <a:pt x="1" y="3537"/>
                  </a:lnTo>
                  <a:cubicBezTo>
                    <a:pt x="134" y="3870"/>
                    <a:pt x="501" y="4071"/>
                    <a:pt x="868" y="4137"/>
                  </a:cubicBezTo>
                  <a:cubicBezTo>
                    <a:pt x="948" y="4152"/>
                    <a:pt x="1029" y="4158"/>
                    <a:pt x="1109" y="4158"/>
                  </a:cubicBezTo>
                  <a:cubicBezTo>
                    <a:pt x="1394" y="4158"/>
                    <a:pt x="1675" y="4075"/>
                    <a:pt x="1935" y="3970"/>
                  </a:cubicBezTo>
                  <a:cubicBezTo>
                    <a:pt x="2569" y="3704"/>
                    <a:pt x="3070" y="3337"/>
                    <a:pt x="3570" y="2970"/>
                  </a:cubicBezTo>
                  <a:cubicBezTo>
                    <a:pt x="4070" y="2569"/>
                    <a:pt x="4571" y="2136"/>
                    <a:pt x="4971" y="1635"/>
                  </a:cubicBezTo>
                  <a:cubicBezTo>
                    <a:pt x="5405" y="1168"/>
                    <a:pt x="5738" y="601"/>
                    <a:pt x="6005" y="34"/>
                  </a:cubicBezTo>
                  <a:lnTo>
                    <a:pt x="5972" y="1"/>
                  </a:lnTo>
                  <a:close/>
                </a:path>
              </a:pathLst>
            </a:custGeom>
            <a:solidFill>
              <a:srgbClr val="EB6B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42"/>
            <p:cNvSpPr/>
            <p:nvPr/>
          </p:nvSpPr>
          <p:spPr>
            <a:xfrm>
              <a:off x="4726875" y="3236925"/>
              <a:ext cx="149300" cy="94000"/>
            </a:xfrm>
            <a:custGeom>
              <a:avLst/>
              <a:gdLst/>
              <a:ahLst/>
              <a:cxnLst/>
              <a:rect l="l" t="t" r="r" b="b"/>
              <a:pathLst>
                <a:path w="5972" h="3760" extrusionOk="0">
                  <a:moveTo>
                    <a:pt x="5938" y="1"/>
                  </a:moveTo>
                  <a:cubicBezTo>
                    <a:pt x="5371" y="468"/>
                    <a:pt x="4804" y="935"/>
                    <a:pt x="4270" y="1402"/>
                  </a:cubicBezTo>
                  <a:lnTo>
                    <a:pt x="3503" y="2135"/>
                  </a:lnTo>
                  <a:cubicBezTo>
                    <a:pt x="3236" y="2369"/>
                    <a:pt x="3003" y="2602"/>
                    <a:pt x="2736" y="2769"/>
                  </a:cubicBezTo>
                  <a:cubicBezTo>
                    <a:pt x="2469" y="2969"/>
                    <a:pt x="2202" y="3136"/>
                    <a:pt x="1935" y="3203"/>
                  </a:cubicBezTo>
                  <a:cubicBezTo>
                    <a:pt x="1789" y="3258"/>
                    <a:pt x="1652" y="3283"/>
                    <a:pt x="1519" y="3283"/>
                  </a:cubicBezTo>
                  <a:cubicBezTo>
                    <a:pt x="1411" y="3283"/>
                    <a:pt x="1307" y="3266"/>
                    <a:pt x="1202" y="3236"/>
                  </a:cubicBezTo>
                  <a:cubicBezTo>
                    <a:pt x="701" y="3036"/>
                    <a:pt x="368" y="2336"/>
                    <a:pt x="67" y="1702"/>
                  </a:cubicBezTo>
                  <a:lnTo>
                    <a:pt x="1" y="1702"/>
                  </a:lnTo>
                  <a:cubicBezTo>
                    <a:pt x="67" y="2069"/>
                    <a:pt x="167" y="2402"/>
                    <a:pt x="301" y="2736"/>
                  </a:cubicBezTo>
                  <a:cubicBezTo>
                    <a:pt x="434" y="3069"/>
                    <a:pt x="634" y="3403"/>
                    <a:pt x="968" y="3603"/>
                  </a:cubicBezTo>
                  <a:cubicBezTo>
                    <a:pt x="1177" y="3707"/>
                    <a:pt x="1411" y="3759"/>
                    <a:pt x="1647" y="3759"/>
                  </a:cubicBezTo>
                  <a:cubicBezTo>
                    <a:pt x="1789" y="3759"/>
                    <a:pt x="1931" y="3741"/>
                    <a:pt x="2069" y="3703"/>
                  </a:cubicBezTo>
                  <a:cubicBezTo>
                    <a:pt x="2402" y="3603"/>
                    <a:pt x="2736" y="3403"/>
                    <a:pt x="3036" y="3203"/>
                  </a:cubicBezTo>
                  <a:cubicBezTo>
                    <a:pt x="3603" y="2769"/>
                    <a:pt x="4104" y="2235"/>
                    <a:pt x="4604" y="1702"/>
                  </a:cubicBezTo>
                  <a:cubicBezTo>
                    <a:pt x="5071" y="1168"/>
                    <a:pt x="5538" y="601"/>
                    <a:pt x="5972" y="34"/>
                  </a:cubicBezTo>
                  <a:lnTo>
                    <a:pt x="5938" y="1"/>
                  </a:lnTo>
                  <a:close/>
                </a:path>
              </a:pathLst>
            </a:custGeom>
            <a:solidFill>
              <a:srgbClr val="EB6B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42"/>
            <p:cNvSpPr/>
            <p:nvPr/>
          </p:nvSpPr>
          <p:spPr>
            <a:xfrm>
              <a:off x="4792750" y="3327000"/>
              <a:ext cx="90100" cy="37550"/>
            </a:xfrm>
            <a:custGeom>
              <a:avLst/>
              <a:gdLst/>
              <a:ahLst/>
              <a:cxnLst/>
              <a:rect l="l" t="t" r="r" b="b"/>
              <a:pathLst>
                <a:path w="3604" h="1502" extrusionOk="0">
                  <a:moveTo>
                    <a:pt x="1" y="0"/>
                  </a:moveTo>
                  <a:cubicBezTo>
                    <a:pt x="1" y="400"/>
                    <a:pt x="101" y="801"/>
                    <a:pt x="334" y="1134"/>
                  </a:cubicBezTo>
                  <a:cubicBezTo>
                    <a:pt x="468" y="1301"/>
                    <a:pt x="668" y="1401"/>
                    <a:pt x="868" y="1434"/>
                  </a:cubicBezTo>
                  <a:cubicBezTo>
                    <a:pt x="1035" y="1501"/>
                    <a:pt x="1268" y="1501"/>
                    <a:pt x="1469" y="1501"/>
                  </a:cubicBezTo>
                  <a:cubicBezTo>
                    <a:pt x="1869" y="1468"/>
                    <a:pt x="2236" y="1334"/>
                    <a:pt x="2603" y="1201"/>
                  </a:cubicBezTo>
                  <a:cubicBezTo>
                    <a:pt x="2770" y="1168"/>
                    <a:pt x="2970" y="1101"/>
                    <a:pt x="3136" y="1001"/>
                  </a:cubicBezTo>
                  <a:cubicBezTo>
                    <a:pt x="3337" y="901"/>
                    <a:pt x="3470" y="767"/>
                    <a:pt x="3603" y="601"/>
                  </a:cubicBezTo>
                  <a:lnTo>
                    <a:pt x="3537" y="567"/>
                  </a:lnTo>
                  <a:cubicBezTo>
                    <a:pt x="3337" y="634"/>
                    <a:pt x="3170" y="734"/>
                    <a:pt x="3003" y="767"/>
                  </a:cubicBezTo>
                  <a:cubicBezTo>
                    <a:pt x="2920" y="784"/>
                    <a:pt x="2836" y="784"/>
                    <a:pt x="2749" y="784"/>
                  </a:cubicBezTo>
                  <a:cubicBezTo>
                    <a:pt x="2661" y="784"/>
                    <a:pt x="2569" y="784"/>
                    <a:pt x="2469" y="801"/>
                  </a:cubicBezTo>
                  <a:cubicBezTo>
                    <a:pt x="2036" y="867"/>
                    <a:pt x="1735" y="967"/>
                    <a:pt x="1435" y="967"/>
                  </a:cubicBezTo>
                  <a:cubicBezTo>
                    <a:pt x="1380" y="979"/>
                    <a:pt x="1328" y="982"/>
                    <a:pt x="1277" y="982"/>
                  </a:cubicBezTo>
                  <a:cubicBezTo>
                    <a:pt x="1176" y="982"/>
                    <a:pt x="1079" y="967"/>
                    <a:pt x="968" y="967"/>
                  </a:cubicBezTo>
                  <a:cubicBezTo>
                    <a:pt x="935" y="967"/>
                    <a:pt x="902" y="967"/>
                    <a:pt x="868" y="934"/>
                  </a:cubicBezTo>
                  <a:lnTo>
                    <a:pt x="801" y="934"/>
                  </a:lnTo>
                  <a:cubicBezTo>
                    <a:pt x="768" y="934"/>
                    <a:pt x="735" y="901"/>
                    <a:pt x="668" y="867"/>
                  </a:cubicBezTo>
                  <a:cubicBezTo>
                    <a:pt x="435" y="701"/>
                    <a:pt x="234" y="367"/>
                    <a:pt x="68" y="0"/>
                  </a:cubicBezTo>
                  <a:close/>
                </a:path>
              </a:pathLst>
            </a:custGeom>
            <a:solidFill>
              <a:srgbClr val="EB6B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42"/>
            <p:cNvSpPr/>
            <p:nvPr/>
          </p:nvSpPr>
          <p:spPr>
            <a:xfrm>
              <a:off x="3289175" y="2769025"/>
              <a:ext cx="1435225" cy="1820575"/>
            </a:xfrm>
            <a:custGeom>
              <a:avLst/>
              <a:gdLst/>
              <a:ahLst/>
              <a:cxnLst/>
              <a:rect l="l" t="t" r="r" b="b"/>
              <a:pathLst>
                <a:path w="57409" h="72823" extrusionOk="0">
                  <a:moveTo>
                    <a:pt x="1332" y="0"/>
                  </a:moveTo>
                  <a:cubicBezTo>
                    <a:pt x="565" y="0"/>
                    <a:pt x="101" y="36"/>
                    <a:pt x="101" y="36"/>
                  </a:cubicBezTo>
                  <a:cubicBezTo>
                    <a:pt x="1" y="9210"/>
                    <a:pt x="8774" y="70120"/>
                    <a:pt x="17113" y="72689"/>
                  </a:cubicBezTo>
                  <a:cubicBezTo>
                    <a:pt x="17402" y="72779"/>
                    <a:pt x="17720" y="72823"/>
                    <a:pt x="18065" y="72823"/>
                  </a:cubicBezTo>
                  <a:cubicBezTo>
                    <a:pt x="27608" y="72823"/>
                    <a:pt x="57409" y="39231"/>
                    <a:pt x="57409" y="39231"/>
                  </a:cubicBezTo>
                  <a:lnTo>
                    <a:pt x="46534" y="21252"/>
                  </a:lnTo>
                  <a:lnTo>
                    <a:pt x="24552" y="38597"/>
                  </a:lnTo>
                  <a:cubicBezTo>
                    <a:pt x="24552" y="38597"/>
                    <a:pt x="17780" y="12679"/>
                    <a:pt x="14478" y="5907"/>
                  </a:cubicBezTo>
                  <a:cubicBezTo>
                    <a:pt x="11852" y="549"/>
                    <a:pt x="4310" y="0"/>
                    <a:pt x="13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42"/>
            <p:cNvSpPr/>
            <p:nvPr/>
          </p:nvSpPr>
          <p:spPr>
            <a:xfrm>
              <a:off x="3291700" y="2769050"/>
              <a:ext cx="356100" cy="245250"/>
            </a:xfrm>
            <a:custGeom>
              <a:avLst/>
              <a:gdLst/>
              <a:ahLst/>
              <a:cxnLst/>
              <a:rect l="l" t="t" r="r" b="b"/>
              <a:pathLst>
                <a:path w="14244" h="9810" extrusionOk="0">
                  <a:moveTo>
                    <a:pt x="1202" y="0"/>
                  </a:moveTo>
                  <a:cubicBezTo>
                    <a:pt x="452" y="0"/>
                    <a:pt x="0" y="35"/>
                    <a:pt x="0" y="35"/>
                  </a:cubicBezTo>
                  <a:lnTo>
                    <a:pt x="6204" y="9809"/>
                  </a:lnTo>
                  <a:cubicBezTo>
                    <a:pt x="8873" y="8408"/>
                    <a:pt x="11542" y="7041"/>
                    <a:pt x="14244" y="5673"/>
                  </a:cubicBezTo>
                  <a:cubicBezTo>
                    <a:pt x="11485" y="528"/>
                    <a:pt x="4109" y="0"/>
                    <a:pt x="1202" y="0"/>
                  </a:cubicBezTo>
                  <a:close/>
                </a:path>
              </a:pathLst>
            </a:custGeom>
            <a:solidFill>
              <a:srgbClr val="ED7F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42"/>
            <p:cNvSpPr/>
            <p:nvPr/>
          </p:nvSpPr>
          <p:spPr>
            <a:xfrm>
              <a:off x="2301825" y="2632325"/>
              <a:ext cx="1389350" cy="1877200"/>
            </a:xfrm>
            <a:custGeom>
              <a:avLst/>
              <a:gdLst/>
              <a:ahLst/>
              <a:cxnLst/>
              <a:rect l="l" t="t" r="r" b="b"/>
              <a:pathLst>
                <a:path w="55574" h="75088" extrusionOk="0">
                  <a:moveTo>
                    <a:pt x="20548" y="1"/>
                  </a:moveTo>
                  <a:cubicBezTo>
                    <a:pt x="18613" y="1201"/>
                    <a:pt x="7405" y="12576"/>
                    <a:pt x="7405" y="12576"/>
                  </a:cubicBezTo>
                  <a:cubicBezTo>
                    <a:pt x="567" y="16612"/>
                    <a:pt x="0" y="49669"/>
                    <a:pt x="2769" y="75088"/>
                  </a:cubicBezTo>
                  <a:cubicBezTo>
                    <a:pt x="3736" y="74721"/>
                    <a:pt x="53438" y="74320"/>
                    <a:pt x="53438" y="74320"/>
                  </a:cubicBezTo>
                  <a:cubicBezTo>
                    <a:pt x="53438" y="74320"/>
                    <a:pt x="55573" y="51304"/>
                    <a:pt x="55173" y="41831"/>
                  </a:cubicBezTo>
                  <a:cubicBezTo>
                    <a:pt x="54839" y="33291"/>
                    <a:pt x="40162" y="5404"/>
                    <a:pt x="38494" y="3703"/>
                  </a:cubicBezTo>
                  <a:cubicBezTo>
                    <a:pt x="38173" y="5091"/>
                    <a:pt x="37011" y="5622"/>
                    <a:pt x="35421" y="5622"/>
                  </a:cubicBezTo>
                  <a:cubicBezTo>
                    <a:pt x="30249" y="5622"/>
                    <a:pt x="20548" y="1"/>
                    <a:pt x="20548" y="1"/>
                  </a:cubicBezTo>
                  <a:close/>
                </a:path>
              </a:pathLst>
            </a:custGeom>
            <a:solidFill>
              <a:srgbClr val="759B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42"/>
            <p:cNvSpPr/>
            <p:nvPr/>
          </p:nvSpPr>
          <p:spPr>
            <a:xfrm>
              <a:off x="3529350" y="3475380"/>
              <a:ext cx="2146575" cy="951550"/>
            </a:xfrm>
            <a:custGeom>
              <a:avLst/>
              <a:gdLst/>
              <a:ahLst/>
              <a:cxnLst/>
              <a:rect l="l" t="t" r="r" b="b"/>
              <a:pathLst>
                <a:path w="85863" h="38062" extrusionOk="0">
                  <a:moveTo>
                    <a:pt x="19181" y="1"/>
                  </a:moveTo>
                  <a:cubicBezTo>
                    <a:pt x="16713" y="1"/>
                    <a:pt x="14311" y="2002"/>
                    <a:pt x="13844" y="4404"/>
                  </a:cubicBezTo>
                  <a:lnTo>
                    <a:pt x="368" y="34692"/>
                  </a:lnTo>
                  <a:cubicBezTo>
                    <a:pt x="1" y="36560"/>
                    <a:pt x="1435" y="38061"/>
                    <a:pt x="3537" y="38061"/>
                  </a:cubicBezTo>
                  <a:lnTo>
                    <a:pt x="64413" y="38061"/>
                  </a:lnTo>
                  <a:cubicBezTo>
                    <a:pt x="66515" y="38061"/>
                    <a:pt x="68983" y="36560"/>
                    <a:pt x="69884" y="34692"/>
                  </a:cubicBezTo>
                  <a:lnTo>
                    <a:pt x="84695" y="4404"/>
                  </a:lnTo>
                  <a:cubicBezTo>
                    <a:pt x="85862" y="2002"/>
                    <a:pt x="84861" y="1"/>
                    <a:pt x="8239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42"/>
            <p:cNvSpPr/>
            <p:nvPr/>
          </p:nvSpPr>
          <p:spPr>
            <a:xfrm>
              <a:off x="3111550" y="4421100"/>
              <a:ext cx="2095700" cy="75075"/>
            </a:xfrm>
            <a:custGeom>
              <a:avLst/>
              <a:gdLst/>
              <a:ahLst/>
              <a:cxnLst/>
              <a:rect l="l" t="t" r="r" b="b"/>
              <a:pathLst>
                <a:path w="83828" h="3003" extrusionOk="0">
                  <a:moveTo>
                    <a:pt x="1502" y="1"/>
                  </a:moveTo>
                  <a:cubicBezTo>
                    <a:pt x="668" y="1"/>
                    <a:pt x="1" y="668"/>
                    <a:pt x="34" y="1502"/>
                  </a:cubicBezTo>
                  <a:cubicBezTo>
                    <a:pt x="34" y="2336"/>
                    <a:pt x="735" y="3003"/>
                    <a:pt x="1535" y="3003"/>
                  </a:cubicBezTo>
                  <a:lnTo>
                    <a:pt x="82326" y="3003"/>
                  </a:lnTo>
                  <a:cubicBezTo>
                    <a:pt x="83160" y="3003"/>
                    <a:pt x="83827" y="2336"/>
                    <a:pt x="83794" y="1502"/>
                  </a:cubicBezTo>
                  <a:cubicBezTo>
                    <a:pt x="83794" y="668"/>
                    <a:pt x="83094" y="1"/>
                    <a:pt x="822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42"/>
            <p:cNvSpPr/>
            <p:nvPr/>
          </p:nvSpPr>
          <p:spPr>
            <a:xfrm>
              <a:off x="1853150" y="4490325"/>
              <a:ext cx="4030425" cy="193500"/>
            </a:xfrm>
            <a:custGeom>
              <a:avLst/>
              <a:gdLst/>
              <a:ahLst/>
              <a:cxnLst/>
              <a:rect l="l" t="t" r="r" b="b"/>
              <a:pathLst>
                <a:path w="161217" h="7740" extrusionOk="0">
                  <a:moveTo>
                    <a:pt x="1" y="0"/>
                  </a:moveTo>
                  <a:lnTo>
                    <a:pt x="1" y="7739"/>
                  </a:lnTo>
                  <a:lnTo>
                    <a:pt x="161216" y="7739"/>
                  </a:lnTo>
                  <a:lnTo>
                    <a:pt x="16121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42"/>
            <p:cNvSpPr/>
            <p:nvPr/>
          </p:nvSpPr>
          <p:spPr>
            <a:xfrm>
              <a:off x="3486000" y="3345325"/>
              <a:ext cx="829775" cy="910700"/>
            </a:xfrm>
            <a:custGeom>
              <a:avLst/>
              <a:gdLst/>
              <a:ahLst/>
              <a:cxnLst/>
              <a:rect l="l" t="t" r="r" b="b"/>
              <a:pathLst>
                <a:path w="33191" h="36428" extrusionOk="0">
                  <a:moveTo>
                    <a:pt x="27277" y="1"/>
                  </a:moveTo>
                  <a:cubicBezTo>
                    <a:pt x="26129" y="1"/>
                    <a:pt x="21746" y="6242"/>
                    <a:pt x="20615" y="7606"/>
                  </a:cubicBezTo>
                  <a:cubicBezTo>
                    <a:pt x="19514" y="8974"/>
                    <a:pt x="17446" y="10408"/>
                    <a:pt x="16712" y="10408"/>
                  </a:cubicBezTo>
                  <a:cubicBezTo>
                    <a:pt x="16078" y="10375"/>
                    <a:pt x="15244" y="7807"/>
                    <a:pt x="15678" y="6372"/>
                  </a:cubicBezTo>
                  <a:lnTo>
                    <a:pt x="15678" y="6372"/>
                  </a:lnTo>
                  <a:cubicBezTo>
                    <a:pt x="15678" y="6373"/>
                    <a:pt x="13010" y="10008"/>
                    <a:pt x="12409" y="12877"/>
                  </a:cubicBezTo>
                  <a:cubicBezTo>
                    <a:pt x="12109" y="14378"/>
                    <a:pt x="12042" y="16213"/>
                    <a:pt x="12042" y="16213"/>
                  </a:cubicBezTo>
                  <a:lnTo>
                    <a:pt x="0" y="26587"/>
                  </a:lnTo>
                  <a:lnTo>
                    <a:pt x="6038" y="36427"/>
                  </a:lnTo>
                  <a:cubicBezTo>
                    <a:pt x="20281" y="23751"/>
                    <a:pt x="27987" y="14211"/>
                    <a:pt x="29455" y="12543"/>
                  </a:cubicBezTo>
                  <a:cubicBezTo>
                    <a:pt x="30322" y="11543"/>
                    <a:pt x="32557" y="8374"/>
                    <a:pt x="32290" y="7907"/>
                  </a:cubicBezTo>
                  <a:cubicBezTo>
                    <a:pt x="32242" y="7828"/>
                    <a:pt x="32171" y="7792"/>
                    <a:pt x="32081" y="7792"/>
                  </a:cubicBezTo>
                  <a:cubicBezTo>
                    <a:pt x="31018" y="7792"/>
                    <a:pt x="27299" y="12826"/>
                    <a:pt x="27156" y="12826"/>
                  </a:cubicBezTo>
                  <a:cubicBezTo>
                    <a:pt x="27151" y="12826"/>
                    <a:pt x="27150" y="12821"/>
                    <a:pt x="27153" y="12810"/>
                  </a:cubicBezTo>
                  <a:cubicBezTo>
                    <a:pt x="27220" y="12410"/>
                    <a:pt x="33191" y="5738"/>
                    <a:pt x="32724" y="4904"/>
                  </a:cubicBezTo>
                  <a:cubicBezTo>
                    <a:pt x="32666" y="4802"/>
                    <a:pt x="32571" y="4754"/>
                    <a:pt x="32447" y="4754"/>
                  </a:cubicBezTo>
                  <a:cubicBezTo>
                    <a:pt x="31001" y="4754"/>
                    <a:pt x="25475" y="11184"/>
                    <a:pt x="25352" y="11276"/>
                  </a:cubicBezTo>
                  <a:cubicBezTo>
                    <a:pt x="25184" y="11453"/>
                    <a:pt x="25107" y="11534"/>
                    <a:pt x="25105" y="11534"/>
                  </a:cubicBezTo>
                  <a:cubicBezTo>
                    <a:pt x="25085" y="11534"/>
                    <a:pt x="31861" y="4209"/>
                    <a:pt x="31589" y="3303"/>
                  </a:cubicBezTo>
                  <a:cubicBezTo>
                    <a:pt x="31554" y="3186"/>
                    <a:pt x="31468" y="3135"/>
                    <a:pt x="31343" y="3135"/>
                  </a:cubicBezTo>
                  <a:cubicBezTo>
                    <a:pt x="30398" y="3135"/>
                    <a:pt x="27234" y="6088"/>
                    <a:pt x="27086" y="6205"/>
                  </a:cubicBezTo>
                  <a:cubicBezTo>
                    <a:pt x="27086" y="6205"/>
                    <a:pt x="24000" y="9449"/>
                    <a:pt x="23550" y="9449"/>
                  </a:cubicBezTo>
                  <a:cubicBezTo>
                    <a:pt x="23536" y="9449"/>
                    <a:pt x="23526" y="9447"/>
                    <a:pt x="23517" y="9441"/>
                  </a:cubicBezTo>
                  <a:cubicBezTo>
                    <a:pt x="23217" y="9274"/>
                    <a:pt x="28387" y="34"/>
                    <a:pt x="27286" y="1"/>
                  </a:cubicBezTo>
                  <a:cubicBezTo>
                    <a:pt x="27283" y="1"/>
                    <a:pt x="27280" y="1"/>
                    <a:pt x="27277" y="1"/>
                  </a:cubicBezTo>
                  <a:close/>
                </a:path>
              </a:pathLst>
            </a:custGeom>
            <a:solidFill>
              <a:srgbClr val="ED7F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42"/>
            <p:cNvSpPr/>
            <p:nvPr/>
          </p:nvSpPr>
          <p:spPr>
            <a:xfrm>
              <a:off x="2240100" y="2923375"/>
              <a:ext cx="1744600" cy="1803325"/>
            </a:xfrm>
            <a:custGeom>
              <a:avLst/>
              <a:gdLst/>
              <a:ahLst/>
              <a:cxnLst/>
              <a:rect l="l" t="t" r="r" b="b"/>
              <a:pathLst>
                <a:path w="69784" h="72133" extrusionOk="0">
                  <a:moveTo>
                    <a:pt x="12287" y="1"/>
                  </a:moveTo>
                  <a:cubicBezTo>
                    <a:pt x="11482" y="1"/>
                    <a:pt x="10651" y="290"/>
                    <a:pt x="9808" y="968"/>
                  </a:cubicBezTo>
                  <a:cubicBezTo>
                    <a:pt x="1" y="8840"/>
                    <a:pt x="1735" y="40429"/>
                    <a:pt x="25119" y="70417"/>
                  </a:cubicBezTo>
                  <a:cubicBezTo>
                    <a:pt x="26045" y="71609"/>
                    <a:pt x="27414" y="72132"/>
                    <a:pt x="29103" y="72132"/>
                  </a:cubicBezTo>
                  <a:cubicBezTo>
                    <a:pt x="41214" y="72132"/>
                    <a:pt x="69784" y="45233"/>
                    <a:pt x="69784" y="45233"/>
                  </a:cubicBezTo>
                  <a:lnTo>
                    <a:pt x="58142" y="31289"/>
                  </a:lnTo>
                  <a:lnTo>
                    <a:pt x="37828" y="47834"/>
                  </a:lnTo>
                  <a:lnTo>
                    <a:pt x="20782" y="9874"/>
                  </a:lnTo>
                  <a:cubicBezTo>
                    <a:pt x="20782" y="9874"/>
                    <a:pt x="16988" y="1"/>
                    <a:pt x="122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42"/>
            <p:cNvSpPr/>
            <p:nvPr/>
          </p:nvSpPr>
          <p:spPr>
            <a:xfrm>
              <a:off x="2337675" y="2923225"/>
              <a:ext cx="416150" cy="490525"/>
            </a:xfrm>
            <a:custGeom>
              <a:avLst/>
              <a:gdLst/>
              <a:ahLst/>
              <a:cxnLst/>
              <a:rect l="l" t="t" r="r" b="b"/>
              <a:pathLst>
                <a:path w="16646" h="19621" extrusionOk="0">
                  <a:moveTo>
                    <a:pt x="8398" y="0"/>
                  </a:moveTo>
                  <a:cubicBezTo>
                    <a:pt x="7589" y="0"/>
                    <a:pt x="6753" y="291"/>
                    <a:pt x="5905" y="974"/>
                  </a:cubicBezTo>
                  <a:cubicBezTo>
                    <a:pt x="2035" y="4042"/>
                    <a:pt x="0" y="10781"/>
                    <a:pt x="301" y="19620"/>
                  </a:cubicBezTo>
                  <a:cubicBezTo>
                    <a:pt x="5638" y="16051"/>
                    <a:pt x="11108" y="12615"/>
                    <a:pt x="16646" y="9346"/>
                  </a:cubicBezTo>
                  <a:cubicBezTo>
                    <a:pt x="15811" y="7316"/>
                    <a:pt x="12450" y="0"/>
                    <a:pt x="8398" y="0"/>
                  </a:cubicBezTo>
                  <a:close/>
                </a:path>
              </a:pathLst>
            </a:custGeom>
            <a:solidFill>
              <a:srgbClr val="ED7F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8"/>
          <p:cNvSpPr txBox="1">
            <a:spLocks noGrp="1"/>
          </p:cNvSpPr>
          <p:nvPr>
            <p:ph type="title"/>
          </p:nvPr>
        </p:nvSpPr>
        <p:spPr>
          <a:xfrm>
            <a:off x="720725" y="1258904"/>
            <a:ext cx="7704000" cy="5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Project Overview</a:t>
            </a:r>
            <a:r>
              <a:rPr lang="en-IN" b="0" dirty="0"/>
              <a:t/>
            </a:r>
            <a:br>
              <a:rPr lang="en-IN" b="0" dirty="0"/>
            </a:br>
            <a:r>
              <a:rPr lang="en-IN" dirty="0"/>
              <a:t/>
            </a:r>
            <a:br>
              <a:rPr lang="en-IN" dirty="0"/>
            </a:br>
            <a:endParaRPr dirty="0"/>
          </a:p>
        </p:txBody>
      </p:sp>
      <p:grpSp>
        <p:nvGrpSpPr>
          <p:cNvPr id="595" name="Google Shape;595;p48"/>
          <p:cNvGrpSpPr/>
          <p:nvPr/>
        </p:nvGrpSpPr>
        <p:grpSpPr>
          <a:xfrm>
            <a:off x="7231077" y="540150"/>
            <a:ext cx="1347233" cy="1661637"/>
            <a:chOff x="8253198" y="-361533"/>
            <a:chExt cx="1014942" cy="1251798"/>
          </a:xfrm>
        </p:grpSpPr>
        <p:sp>
          <p:nvSpPr>
            <p:cNvPr id="596" name="Google Shape;596;p48"/>
            <p:cNvSpPr/>
            <p:nvPr/>
          </p:nvSpPr>
          <p:spPr>
            <a:xfrm flipH="1">
              <a:off x="8637665" y="-361533"/>
              <a:ext cx="630475" cy="631325"/>
            </a:xfrm>
            <a:custGeom>
              <a:avLst/>
              <a:gdLst/>
              <a:ahLst/>
              <a:cxnLst/>
              <a:rect l="l" t="t" r="r" b="b"/>
              <a:pathLst>
                <a:path w="25219" h="25253" extrusionOk="0">
                  <a:moveTo>
                    <a:pt x="12609" y="1"/>
                  </a:moveTo>
                  <a:cubicBezTo>
                    <a:pt x="6605" y="1"/>
                    <a:pt x="1568" y="4237"/>
                    <a:pt x="300" y="9875"/>
                  </a:cubicBezTo>
                  <a:cubicBezTo>
                    <a:pt x="300" y="9908"/>
                    <a:pt x="300" y="9941"/>
                    <a:pt x="300" y="9941"/>
                  </a:cubicBezTo>
                  <a:cubicBezTo>
                    <a:pt x="267" y="10041"/>
                    <a:pt x="234" y="10108"/>
                    <a:pt x="234" y="10208"/>
                  </a:cubicBezTo>
                  <a:cubicBezTo>
                    <a:pt x="200" y="10375"/>
                    <a:pt x="167" y="10575"/>
                    <a:pt x="134" y="10742"/>
                  </a:cubicBezTo>
                  <a:cubicBezTo>
                    <a:pt x="134" y="10842"/>
                    <a:pt x="100" y="10909"/>
                    <a:pt x="100" y="11009"/>
                  </a:cubicBezTo>
                  <a:cubicBezTo>
                    <a:pt x="100" y="11109"/>
                    <a:pt x="67" y="11209"/>
                    <a:pt x="67" y="11309"/>
                  </a:cubicBezTo>
                  <a:cubicBezTo>
                    <a:pt x="67" y="11442"/>
                    <a:pt x="34" y="11609"/>
                    <a:pt x="34" y="11743"/>
                  </a:cubicBezTo>
                  <a:cubicBezTo>
                    <a:pt x="34" y="11909"/>
                    <a:pt x="0" y="12110"/>
                    <a:pt x="0" y="12276"/>
                  </a:cubicBezTo>
                  <a:cubicBezTo>
                    <a:pt x="0" y="12376"/>
                    <a:pt x="0" y="12510"/>
                    <a:pt x="0" y="12610"/>
                  </a:cubicBezTo>
                  <a:cubicBezTo>
                    <a:pt x="0" y="19582"/>
                    <a:pt x="5638" y="25252"/>
                    <a:pt x="12609" y="25252"/>
                  </a:cubicBezTo>
                  <a:cubicBezTo>
                    <a:pt x="12743" y="25252"/>
                    <a:pt x="12876" y="25219"/>
                    <a:pt x="12976" y="25219"/>
                  </a:cubicBezTo>
                  <a:lnTo>
                    <a:pt x="13276" y="25219"/>
                  </a:lnTo>
                  <a:cubicBezTo>
                    <a:pt x="13376" y="25219"/>
                    <a:pt x="13477" y="25219"/>
                    <a:pt x="13577" y="25186"/>
                  </a:cubicBezTo>
                  <a:cubicBezTo>
                    <a:pt x="13710" y="25186"/>
                    <a:pt x="13843" y="25186"/>
                    <a:pt x="13977" y="25152"/>
                  </a:cubicBezTo>
                  <a:cubicBezTo>
                    <a:pt x="14044" y="25152"/>
                    <a:pt x="14144" y="25152"/>
                    <a:pt x="14210" y="25119"/>
                  </a:cubicBezTo>
                  <a:cubicBezTo>
                    <a:pt x="14310" y="25119"/>
                    <a:pt x="14444" y="25119"/>
                    <a:pt x="14544" y="25085"/>
                  </a:cubicBezTo>
                  <a:cubicBezTo>
                    <a:pt x="14677" y="25085"/>
                    <a:pt x="14811" y="25052"/>
                    <a:pt x="14978" y="25019"/>
                  </a:cubicBezTo>
                  <a:cubicBezTo>
                    <a:pt x="15244" y="24952"/>
                    <a:pt x="15511" y="24919"/>
                    <a:pt x="15778" y="24852"/>
                  </a:cubicBezTo>
                  <a:cubicBezTo>
                    <a:pt x="17079" y="24485"/>
                    <a:pt x="18280" y="23951"/>
                    <a:pt x="19381" y="23251"/>
                  </a:cubicBezTo>
                  <a:cubicBezTo>
                    <a:pt x="21749" y="21750"/>
                    <a:pt x="23550" y="19515"/>
                    <a:pt x="24518" y="16846"/>
                  </a:cubicBezTo>
                  <a:lnTo>
                    <a:pt x="24518" y="16813"/>
                  </a:lnTo>
                  <a:cubicBezTo>
                    <a:pt x="24618" y="16513"/>
                    <a:pt x="24718" y="16146"/>
                    <a:pt x="24818" y="15812"/>
                  </a:cubicBezTo>
                  <a:cubicBezTo>
                    <a:pt x="24851" y="15645"/>
                    <a:pt x="24918" y="15479"/>
                    <a:pt x="24951" y="15312"/>
                  </a:cubicBezTo>
                  <a:cubicBezTo>
                    <a:pt x="24985" y="15178"/>
                    <a:pt x="24985" y="15012"/>
                    <a:pt x="25018" y="14878"/>
                  </a:cubicBezTo>
                  <a:cubicBezTo>
                    <a:pt x="25018" y="14878"/>
                    <a:pt x="25018" y="14845"/>
                    <a:pt x="25018" y="14845"/>
                  </a:cubicBezTo>
                  <a:cubicBezTo>
                    <a:pt x="25051" y="14811"/>
                    <a:pt x="25051" y="14745"/>
                    <a:pt x="25051" y="14678"/>
                  </a:cubicBezTo>
                  <a:cubicBezTo>
                    <a:pt x="25085" y="14545"/>
                    <a:pt x="25118" y="14411"/>
                    <a:pt x="25118" y="14244"/>
                  </a:cubicBezTo>
                  <a:cubicBezTo>
                    <a:pt x="25152" y="14078"/>
                    <a:pt x="25152" y="13911"/>
                    <a:pt x="25185" y="13711"/>
                  </a:cubicBezTo>
                  <a:cubicBezTo>
                    <a:pt x="25185" y="13577"/>
                    <a:pt x="25185" y="13444"/>
                    <a:pt x="25218" y="13344"/>
                  </a:cubicBezTo>
                  <a:cubicBezTo>
                    <a:pt x="25218" y="13310"/>
                    <a:pt x="25218" y="13277"/>
                    <a:pt x="25218" y="13277"/>
                  </a:cubicBezTo>
                  <a:cubicBezTo>
                    <a:pt x="25218" y="13210"/>
                    <a:pt x="25218" y="13144"/>
                    <a:pt x="25218" y="13077"/>
                  </a:cubicBezTo>
                  <a:cubicBezTo>
                    <a:pt x="25218" y="12910"/>
                    <a:pt x="25218" y="12777"/>
                    <a:pt x="25218" y="12610"/>
                  </a:cubicBezTo>
                  <a:cubicBezTo>
                    <a:pt x="25218" y="12510"/>
                    <a:pt x="25218" y="12376"/>
                    <a:pt x="25218" y="12276"/>
                  </a:cubicBezTo>
                  <a:cubicBezTo>
                    <a:pt x="25218" y="12110"/>
                    <a:pt x="25218" y="11909"/>
                    <a:pt x="25185" y="11743"/>
                  </a:cubicBezTo>
                  <a:cubicBezTo>
                    <a:pt x="25185" y="11609"/>
                    <a:pt x="25185" y="11442"/>
                    <a:pt x="25152" y="11309"/>
                  </a:cubicBezTo>
                  <a:cubicBezTo>
                    <a:pt x="25152" y="11209"/>
                    <a:pt x="25152" y="11109"/>
                    <a:pt x="25118" y="11009"/>
                  </a:cubicBezTo>
                  <a:cubicBezTo>
                    <a:pt x="25118" y="10909"/>
                    <a:pt x="25118" y="10842"/>
                    <a:pt x="25085" y="10742"/>
                  </a:cubicBezTo>
                  <a:cubicBezTo>
                    <a:pt x="25051" y="10575"/>
                    <a:pt x="25018" y="10375"/>
                    <a:pt x="24985" y="10208"/>
                  </a:cubicBezTo>
                  <a:cubicBezTo>
                    <a:pt x="24985" y="10108"/>
                    <a:pt x="24951" y="10041"/>
                    <a:pt x="24951" y="9941"/>
                  </a:cubicBezTo>
                  <a:cubicBezTo>
                    <a:pt x="24951" y="9941"/>
                    <a:pt x="24951" y="9908"/>
                    <a:pt x="24918" y="9875"/>
                  </a:cubicBezTo>
                  <a:cubicBezTo>
                    <a:pt x="23684" y="4237"/>
                    <a:pt x="18647" y="1"/>
                    <a:pt x="126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7" name="Google Shape;597;p48"/>
            <p:cNvSpPr/>
            <p:nvPr/>
          </p:nvSpPr>
          <p:spPr>
            <a:xfrm flipH="1">
              <a:off x="8599315" y="-114683"/>
              <a:ext cx="668825" cy="384475"/>
            </a:xfrm>
            <a:custGeom>
              <a:avLst/>
              <a:gdLst/>
              <a:ahLst/>
              <a:cxnLst/>
              <a:rect l="l" t="t" r="r" b="b"/>
              <a:pathLst>
                <a:path w="26753" h="15379" extrusionOk="0">
                  <a:moveTo>
                    <a:pt x="300" y="1"/>
                  </a:moveTo>
                  <a:cubicBezTo>
                    <a:pt x="300" y="34"/>
                    <a:pt x="300" y="67"/>
                    <a:pt x="300" y="67"/>
                  </a:cubicBezTo>
                  <a:cubicBezTo>
                    <a:pt x="267" y="167"/>
                    <a:pt x="234" y="234"/>
                    <a:pt x="234" y="334"/>
                  </a:cubicBezTo>
                  <a:cubicBezTo>
                    <a:pt x="200" y="501"/>
                    <a:pt x="167" y="701"/>
                    <a:pt x="134" y="868"/>
                  </a:cubicBezTo>
                  <a:cubicBezTo>
                    <a:pt x="134" y="968"/>
                    <a:pt x="100" y="1035"/>
                    <a:pt x="100" y="1135"/>
                  </a:cubicBezTo>
                  <a:cubicBezTo>
                    <a:pt x="100" y="1235"/>
                    <a:pt x="67" y="1335"/>
                    <a:pt x="67" y="1435"/>
                  </a:cubicBezTo>
                  <a:cubicBezTo>
                    <a:pt x="67" y="1568"/>
                    <a:pt x="34" y="1735"/>
                    <a:pt x="34" y="1869"/>
                  </a:cubicBezTo>
                  <a:cubicBezTo>
                    <a:pt x="34" y="2035"/>
                    <a:pt x="0" y="2236"/>
                    <a:pt x="0" y="2402"/>
                  </a:cubicBezTo>
                  <a:cubicBezTo>
                    <a:pt x="0" y="2502"/>
                    <a:pt x="0" y="2636"/>
                    <a:pt x="0" y="2736"/>
                  </a:cubicBezTo>
                  <a:cubicBezTo>
                    <a:pt x="0" y="9708"/>
                    <a:pt x="5638" y="15378"/>
                    <a:pt x="12609" y="15378"/>
                  </a:cubicBezTo>
                  <a:cubicBezTo>
                    <a:pt x="12743" y="15378"/>
                    <a:pt x="12876" y="15345"/>
                    <a:pt x="12976" y="15345"/>
                  </a:cubicBezTo>
                  <a:lnTo>
                    <a:pt x="13276" y="15345"/>
                  </a:lnTo>
                  <a:cubicBezTo>
                    <a:pt x="13376" y="15345"/>
                    <a:pt x="13477" y="15345"/>
                    <a:pt x="13577" y="15312"/>
                  </a:cubicBezTo>
                  <a:cubicBezTo>
                    <a:pt x="13710" y="15312"/>
                    <a:pt x="13843" y="15312"/>
                    <a:pt x="13977" y="15278"/>
                  </a:cubicBezTo>
                  <a:cubicBezTo>
                    <a:pt x="14044" y="15278"/>
                    <a:pt x="14144" y="15278"/>
                    <a:pt x="14210" y="15245"/>
                  </a:cubicBezTo>
                  <a:cubicBezTo>
                    <a:pt x="14310" y="15245"/>
                    <a:pt x="14444" y="15245"/>
                    <a:pt x="14544" y="15211"/>
                  </a:cubicBezTo>
                  <a:cubicBezTo>
                    <a:pt x="14677" y="15211"/>
                    <a:pt x="14811" y="15178"/>
                    <a:pt x="14978" y="15145"/>
                  </a:cubicBezTo>
                  <a:cubicBezTo>
                    <a:pt x="15244" y="15078"/>
                    <a:pt x="15511" y="15045"/>
                    <a:pt x="15778" y="14978"/>
                  </a:cubicBezTo>
                  <a:cubicBezTo>
                    <a:pt x="17079" y="14611"/>
                    <a:pt x="18280" y="14077"/>
                    <a:pt x="19381" y="13377"/>
                  </a:cubicBezTo>
                  <a:lnTo>
                    <a:pt x="26753" y="15378"/>
                  </a:lnTo>
                  <a:lnTo>
                    <a:pt x="24518" y="6972"/>
                  </a:lnTo>
                  <a:cubicBezTo>
                    <a:pt x="24618" y="6639"/>
                    <a:pt x="24718" y="6305"/>
                    <a:pt x="24818" y="5938"/>
                  </a:cubicBezTo>
                  <a:cubicBezTo>
                    <a:pt x="24851" y="5771"/>
                    <a:pt x="24918" y="5605"/>
                    <a:pt x="24951" y="5438"/>
                  </a:cubicBezTo>
                  <a:cubicBezTo>
                    <a:pt x="24985" y="5304"/>
                    <a:pt x="25018" y="5138"/>
                    <a:pt x="25018" y="5004"/>
                  </a:cubicBezTo>
                  <a:cubicBezTo>
                    <a:pt x="25018" y="5004"/>
                    <a:pt x="25018" y="4971"/>
                    <a:pt x="25018" y="4971"/>
                  </a:cubicBezTo>
                  <a:cubicBezTo>
                    <a:pt x="25051" y="4937"/>
                    <a:pt x="25051" y="4871"/>
                    <a:pt x="25051" y="4804"/>
                  </a:cubicBezTo>
                  <a:cubicBezTo>
                    <a:pt x="25085" y="4671"/>
                    <a:pt x="25118" y="4537"/>
                    <a:pt x="25118" y="4370"/>
                  </a:cubicBezTo>
                  <a:cubicBezTo>
                    <a:pt x="25152" y="4204"/>
                    <a:pt x="25152" y="4037"/>
                    <a:pt x="25185" y="3837"/>
                  </a:cubicBezTo>
                  <a:cubicBezTo>
                    <a:pt x="25185" y="3703"/>
                    <a:pt x="25185" y="3570"/>
                    <a:pt x="25218" y="3470"/>
                  </a:cubicBezTo>
                  <a:cubicBezTo>
                    <a:pt x="25218" y="3436"/>
                    <a:pt x="25218" y="3403"/>
                    <a:pt x="25218" y="3403"/>
                  </a:cubicBezTo>
                  <a:cubicBezTo>
                    <a:pt x="25218" y="3336"/>
                    <a:pt x="25218" y="3270"/>
                    <a:pt x="25218" y="3203"/>
                  </a:cubicBezTo>
                  <a:cubicBezTo>
                    <a:pt x="25218" y="3036"/>
                    <a:pt x="25218" y="2903"/>
                    <a:pt x="25218" y="2736"/>
                  </a:cubicBezTo>
                  <a:cubicBezTo>
                    <a:pt x="25218" y="2636"/>
                    <a:pt x="25218" y="2502"/>
                    <a:pt x="25218" y="2402"/>
                  </a:cubicBezTo>
                  <a:cubicBezTo>
                    <a:pt x="25218" y="2236"/>
                    <a:pt x="25218" y="2035"/>
                    <a:pt x="25185" y="1869"/>
                  </a:cubicBezTo>
                  <a:cubicBezTo>
                    <a:pt x="25185" y="1735"/>
                    <a:pt x="25185" y="1568"/>
                    <a:pt x="25152" y="1435"/>
                  </a:cubicBezTo>
                  <a:cubicBezTo>
                    <a:pt x="25152" y="1335"/>
                    <a:pt x="25152" y="1235"/>
                    <a:pt x="25118" y="1135"/>
                  </a:cubicBezTo>
                  <a:cubicBezTo>
                    <a:pt x="25118" y="1035"/>
                    <a:pt x="25118" y="968"/>
                    <a:pt x="25085" y="868"/>
                  </a:cubicBezTo>
                  <a:cubicBezTo>
                    <a:pt x="25051" y="701"/>
                    <a:pt x="25018" y="501"/>
                    <a:pt x="24985" y="334"/>
                  </a:cubicBezTo>
                  <a:cubicBezTo>
                    <a:pt x="24985" y="234"/>
                    <a:pt x="24951" y="167"/>
                    <a:pt x="24951" y="67"/>
                  </a:cubicBezTo>
                  <a:cubicBezTo>
                    <a:pt x="24951" y="67"/>
                    <a:pt x="24951" y="34"/>
                    <a:pt x="24918" y="1"/>
                  </a:cubicBezTo>
                  <a:cubicBezTo>
                    <a:pt x="23684" y="5671"/>
                    <a:pt x="18647" y="9874"/>
                    <a:pt x="12609" y="9874"/>
                  </a:cubicBezTo>
                  <a:cubicBezTo>
                    <a:pt x="6605" y="9874"/>
                    <a:pt x="1568" y="5671"/>
                    <a:pt x="3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48"/>
            <p:cNvSpPr/>
            <p:nvPr/>
          </p:nvSpPr>
          <p:spPr>
            <a:xfrm>
              <a:off x="8253198" y="505798"/>
              <a:ext cx="384467" cy="384467"/>
            </a:xfrm>
            <a:custGeom>
              <a:avLst/>
              <a:gdLst/>
              <a:ahLst/>
              <a:cxnLst/>
              <a:rect l="l" t="t" r="r" b="b"/>
              <a:pathLst>
                <a:path w="8813" h="8813" extrusionOk="0">
                  <a:moveTo>
                    <a:pt x="2334" y="715"/>
                  </a:moveTo>
                  <a:cubicBezTo>
                    <a:pt x="2454" y="882"/>
                    <a:pt x="2596" y="1168"/>
                    <a:pt x="2596" y="1549"/>
                  </a:cubicBezTo>
                  <a:lnTo>
                    <a:pt x="2596" y="2025"/>
                  </a:lnTo>
                  <a:cubicBezTo>
                    <a:pt x="2596" y="2168"/>
                    <a:pt x="2477" y="2287"/>
                    <a:pt x="2334" y="2287"/>
                  </a:cubicBezTo>
                  <a:cubicBezTo>
                    <a:pt x="2192" y="2287"/>
                    <a:pt x="2073" y="2168"/>
                    <a:pt x="2073" y="2025"/>
                  </a:cubicBezTo>
                  <a:lnTo>
                    <a:pt x="2073" y="1549"/>
                  </a:lnTo>
                  <a:cubicBezTo>
                    <a:pt x="2073" y="1168"/>
                    <a:pt x="2215" y="882"/>
                    <a:pt x="2334" y="715"/>
                  </a:cubicBezTo>
                  <a:close/>
                  <a:moveTo>
                    <a:pt x="4406" y="525"/>
                  </a:moveTo>
                  <a:cubicBezTo>
                    <a:pt x="4692" y="525"/>
                    <a:pt x="4930" y="763"/>
                    <a:pt x="4930" y="1049"/>
                  </a:cubicBezTo>
                  <a:lnTo>
                    <a:pt x="4930" y="1763"/>
                  </a:lnTo>
                  <a:cubicBezTo>
                    <a:pt x="4930" y="2049"/>
                    <a:pt x="4692" y="2287"/>
                    <a:pt x="4406" y="2287"/>
                  </a:cubicBezTo>
                  <a:cubicBezTo>
                    <a:pt x="4121" y="2287"/>
                    <a:pt x="3882" y="2049"/>
                    <a:pt x="3882" y="1763"/>
                  </a:cubicBezTo>
                  <a:lnTo>
                    <a:pt x="3882" y="1049"/>
                  </a:lnTo>
                  <a:cubicBezTo>
                    <a:pt x="3882" y="763"/>
                    <a:pt x="4121" y="525"/>
                    <a:pt x="4406" y="525"/>
                  </a:cubicBezTo>
                  <a:close/>
                  <a:moveTo>
                    <a:pt x="6478" y="715"/>
                  </a:moveTo>
                  <a:cubicBezTo>
                    <a:pt x="6597" y="882"/>
                    <a:pt x="6740" y="1168"/>
                    <a:pt x="6740" y="1549"/>
                  </a:cubicBezTo>
                  <a:lnTo>
                    <a:pt x="6740" y="2025"/>
                  </a:lnTo>
                  <a:cubicBezTo>
                    <a:pt x="6740" y="2168"/>
                    <a:pt x="6621" y="2287"/>
                    <a:pt x="6478" y="2287"/>
                  </a:cubicBezTo>
                  <a:cubicBezTo>
                    <a:pt x="6335" y="2287"/>
                    <a:pt x="6216" y="2168"/>
                    <a:pt x="6216" y="2025"/>
                  </a:cubicBezTo>
                  <a:lnTo>
                    <a:pt x="6216" y="1549"/>
                  </a:lnTo>
                  <a:cubicBezTo>
                    <a:pt x="6216" y="1168"/>
                    <a:pt x="6359" y="882"/>
                    <a:pt x="6478" y="715"/>
                  </a:cubicBezTo>
                  <a:close/>
                  <a:moveTo>
                    <a:pt x="7502" y="3383"/>
                  </a:moveTo>
                  <a:cubicBezTo>
                    <a:pt x="7645" y="3383"/>
                    <a:pt x="7764" y="3502"/>
                    <a:pt x="7764" y="3644"/>
                  </a:cubicBezTo>
                  <a:lnTo>
                    <a:pt x="7764" y="4145"/>
                  </a:lnTo>
                  <a:lnTo>
                    <a:pt x="1049" y="4145"/>
                  </a:lnTo>
                  <a:lnTo>
                    <a:pt x="1049" y="3644"/>
                  </a:lnTo>
                  <a:cubicBezTo>
                    <a:pt x="1049" y="3502"/>
                    <a:pt x="1144" y="3383"/>
                    <a:pt x="1287" y="3383"/>
                  </a:cubicBezTo>
                  <a:cubicBezTo>
                    <a:pt x="1430" y="3383"/>
                    <a:pt x="1549" y="3502"/>
                    <a:pt x="1549" y="3644"/>
                  </a:cubicBezTo>
                  <a:lnTo>
                    <a:pt x="1549" y="3906"/>
                  </a:lnTo>
                  <a:lnTo>
                    <a:pt x="2073" y="3906"/>
                  </a:lnTo>
                  <a:cubicBezTo>
                    <a:pt x="2073" y="3740"/>
                    <a:pt x="2192" y="3644"/>
                    <a:pt x="2334" y="3644"/>
                  </a:cubicBezTo>
                  <a:cubicBezTo>
                    <a:pt x="2477" y="3644"/>
                    <a:pt x="2596" y="3740"/>
                    <a:pt x="2596" y="3906"/>
                  </a:cubicBezTo>
                  <a:lnTo>
                    <a:pt x="3097" y="3906"/>
                  </a:lnTo>
                  <a:lnTo>
                    <a:pt x="3097" y="3644"/>
                  </a:lnTo>
                  <a:cubicBezTo>
                    <a:pt x="3097" y="3502"/>
                    <a:pt x="3216" y="3383"/>
                    <a:pt x="3359" y="3383"/>
                  </a:cubicBezTo>
                  <a:cubicBezTo>
                    <a:pt x="3501" y="3383"/>
                    <a:pt x="3620" y="3502"/>
                    <a:pt x="3620" y="3644"/>
                  </a:cubicBezTo>
                  <a:lnTo>
                    <a:pt x="3620" y="3906"/>
                  </a:lnTo>
                  <a:lnTo>
                    <a:pt x="4144" y="3906"/>
                  </a:lnTo>
                  <a:cubicBezTo>
                    <a:pt x="4144" y="3740"/>
                    <a:pt x="4263" y="3644"/>
                    <a:pt x="4406" y="3644"/>
                  </a:cubicBezTo>
                  <a:cubicBezTo>
                    <a:pt x="4549" y="3644"/>
                    <a:pt x="4668" y="3740"/>
                    <a:pt x="4668" y="3906"/>
                  </a:cubicBezTo>
                  <a:lnTo>
                    <a:pt x="5168" y="3906"/>
                  </a:lnTo>
                  <a:lnTo>
                    <a:pt x="5168" y="3644"/>
                  </a:lnTo>
                  <a:cubicBezTo>
                    <a:pt x="5168" y="3502"/>
                    <a:pt x="5287" y="3383"/>
                    <a:pt x="5430" y="3383"/>
                  </a:cubicBezTo>
                  <a:cubicBezTo>
                    <a:pt x="5573" y="3383"/>
                    <a:pt x="5692" y="3502"/>
                    <a:pt x="5692" y="3644"/>
                  </a:cubicBezTo>
                  <a:lnTo>
                    <a:pt x="5692" y="3906"/>
                  </a:lnTo>
                  <a:lnTo>
                    <a:pt x="6216" y="3906"/>
                  </a:lnTo>
                  <a:cubicBezTo>
                    <a:pt x="6216" y="3740"/>
                    <a:pt x="6335" y="3644"/>
                    <a:pt x="6478" y="3644"/>
                  </a:cubicBezTo>
                  <a:cubicBezTo>
                    <a:pt x="6621" y="3644"/>
                    <a:pt x="6740" y="3740"/>
                    <a:pt x="6740" y="3906"/>
                  </a:cubicBezTo>
                  <a:lnTo>
                    <a:pt x="7240" y="3906"/>
                  </a:lnTo>
                  <a:lnTo>
                    <a:pt x="7240" y="3644"/>
                  </a:lnTo>
                  <a:cubicBezTo>
                    <a:pt x="7240" y="3502"/>
                    <a:pt x="7359" y="3383"/>
                    <a:pt x="7502" y="3383"/>
                  </a:cubicBezTo>
                  <a:close/>
                  <a:moveTo>
                    <a:pt x="2644" y="4668"/>
                  </a:moveTo>
                  <a:cubicBezTo>
                    <a:pt x="2620" y="4740"/>
                    <a:pt x="2596" y="4835"/>
                    <a:pt x="2596" y="4930"/>
                  </a:cubicBezTo>
                  <a:cubicBezTo>
                    <a:pt x="2596" y="5073"/>
                    <a:pt x="2477" y="5192"/>
                    <a:pt x="2334" y="5192"/>
                  </a:cubicBezTo>
                  <a:lnTo>
                    <a:pt x="596" y="5192"/>
                  </a:lnTo>
                  <a:cubicBezTo>
                    <a:pt x="572" y="5026"/>
                    <a:pt x="548" y="4835"/>
                    <a:pt x="525" y="4668"/>
                  </a:cubicBezTo>
                  <a:close/>
                  <a:moveTo>
                    <a:pt x="8288" y="4668"/>
                  </a:moveTo>
                  <a:cubicBezTo>
                    <a:pt x="8264" y="4835"/>
                    <a:pt x="8240" y="5026"/>
                    <a:pt x="8217" y="5192"/>
                  </a:cubicBezTo>
                  <a:lnTo>
                    <a:pt x="4930" y="5192"/>
                  </a:lnTo>
                  <a:cubicBezTo>
                    <a:pt x="4502" y="5192"/>
                    <a:pt x="4144" y="5526"/>
                    <a:pt x="4144" y="5954"/>
                  </a:cubicBezTo>
                  <a:cubicBezTo>
                    <a:pt x="4144" y="6383"/>
                    <a:pt x="4502" y="6740"/>
                    <a:pt x="4930" y="6740"/>
                  </a:cubicBezTo>
                  <a:cubicBezTo>
                    <a:pt x="5073" y="6740"/>
                    <a:pt x="5192" y="6859"/>
                    <a:pt x="5192" y="7002"/>
                  </a:cubicBezTo>
                  <a:cubicBezTo>
                    <a:pt x="5192" y="7145"/>
                    <a:pt x="5073" y="7264"/>
                    <a:pt x="4930" y="7264"/>
                  </a:cubicBezTo>
                  <a:lnTo>
                    <a:pt x="3882" y="7264"/>
                  </a:lnTo>
                  <a:cubicBezTo>
                    <a:pt x="3870" y="7264"/>
                    <a:pt x="3858" y="7263"/>
                    <a:pt x="3846" y="7263"/>
                  </a:cubicBezTo>
                  <a:cubicBezTo>
                    <a:pt x="3455" y="7263"/>
                    <a:pt x="3097" y="7634"/>
                    <a:pt x="3120" y="8026"/>
                  </a:cubicBezTo>
                  <a:lnTo>
                    <a:pt x="3120" y="8074"/>
                  </a:lnTo>
                  <a:cubicBezTo>
                    <a:pt x="2573" y="7883"/>
                    <a:pt x="2073" y="7574"/>
                    <a:pt x="1668" y="7169"/>
                  </a:cubicBezTo>
                  <a:cubicBezTo>
                    <a:pt x="1239" y="6740"/>
                    <a:pt x="929" y="6240"/>
                    <a:pt x="739" y="5716"/>
                  </a:cubicBezTo>
                  <a:lnTo>
                    <a:pt x="2334" y="5716"/>
                  </a:lnTo>
                  <a:cubicBezTo>
                    <a:pt x="2763" y="5716"/>
                    <a:pt x="3120" y="5359"/>
                    <a:pt x="3120" y="4930"/>
                  </a:cubicBezTo>
                  <a:cubicBezTo>
                    <a:pt x="3120" y="4788"/>
                    <a:pt x="3216" y="4668"/>
                    <a:pt x="3359" y="4668"/>
                  </a:cubicBezTo>
                  <a:close/>
                  <a:moveTo>
                    <a:pt x="8074" y="5716"/>
                  </a:moveTo>
                  <a:cubicBezTo>
                    <a:pt x="7883" y="6240"/>
                    <a:pt x="7574" y="6740"/>
                    <a:pt x="7145" y="7169"/>
                  </a:cubicBezTo>
                  <a:cubicBezTo>
                    <a:pt x="6407" y="7883"/>
                    <a:pt x="5430" y="8288"/>
                    <a:pt x="4406" y="8288"/>
                  </a:cubicBezTo>
                  <a:cubicBezTo>
                    <a:pt x="4144" y="8288"/>
                    <a:pt x="3882" y="8264"/>
                    <a:pt x="3620" y="8217"/>
                  </a:cubicBezTo>
                  <a:lnTo>
                    <a:pt x="3620" y="8026"/>
                  </a:lnTo>
                  <a:cubicBezTo>
                    <a:pt x="3620" y="7907"/>
                    <a:pt x="3740" y="7764"/>
                    <a:pt x="3882" y="7764"/>
                  </a:cubicBezTo>
                  <a:lnTo>
                    <a:pt x="4930" y="7764"/>
                  </a:lnTo>
                  <a:cubicBezTo>
                    <a:pt x="5359" y="7764"/>
                    <a:pt x="5692" y="7431"/>
                    <a:pt x="5692" y="7002"/>
                  </a:cubicBezTo>
                  <a:cubicBezTo>
                    <a:pt x="5692" y="6574"/>
                    <a:pt x="5359" y="6216"/>
                    <a:pt x="4930" y="6216"/>
                  </a:cubicBezTo>
                  <a:cubicBezTo>
                    <a:pt x="4787" y="6216"/>
                    <a:pt x="4668" y="6097"/>
                    <a:pt x="4668" y="5954"/>
                  </a:cubicBezTo>
                  <a:cubicBezTo>
                    <a:pt x="4668" y="5812"/>
                    <a:pt x="4787" y="5716"/>
                    <a:pt x="4930" y="5716"/>
                  </a:cubicBezTo>
                  <a:close/>
                  <a:moveTo>
                    <a:pt x="2334" y="1"/>
                  </a:moveTo>
                  <a:cubicBezTo>
                    <a:pt x="2073" y="215"/>
                    <a:pt x="1596" y="572"/>
                    <a:pt x="1549" y="1549"/>
                  </a:cubicBezTo>
                  <a:lnTo>
                    <a:pt x="1549" y="2025"/>
                  </a:lnTo>
                  <a:cubicBezTo>
                    <a:pt x="1549" y="2358"/>
                    <a:pt x="1763" y="2644"/>
                    <a:pt x="2073" y="2763"/>
                  </a:cubicBezTo>
                  <a:lnTo>
                    <a:pt x="2073" y="3168"/>
                  </a:lnTo>
                  <a:cubicBezTo>
                    <a:pt x="2025" y="3168"/>
                    <a:pt x="2001" y="3192"/>
                    <a:pt x="1953" y="3216"/>
                  </a:cubicBezTo>
                  <a:cubicBezTo>
                    <a:pt x="1811" y="3001"/>
                    <a:pt x="1572" y="2859"/>
                    <a:pt x="1287" y="2859"/>
                  </a:cubicBezTo>
                  <a:cubicBezTo>
                    <a:pt x="882" y="2859"/>
                    <a:pt x="525" y="3216"/>
                    <a:pt x="525" y="3644"/>
                  </a:cubicBezTo>
                  <a:lnTo>
                    <a:pt x="525" y="4145"/>
                  </a:lnTo>
                  <a:lnTo>
                    <a:pt x="1" y="4145"/>
                  </a:lnTo>
                  <a:lnTo>
                    <a:pt x="1" y="4407"/>
                  </a:lnTo>
                  <a:cubicBezTo>
                    <a:pt x="1" y="5597"/>
                    <a:pt x="453" y="6693"/>
                    <a:pt x="1287" y="7526"/>
                  </a:cubicBezTo>
                  <a:cubicBezTo>
                    <a:pt x="2120" y="8360"/>
                    <a:pt x="3239" y="8812"/>
                    <a:pt x="4406" y="8812"/>
                  </a:cubicBezTo>
                  <a:cubicBezTo>
                    <a:pt x="5573" y="8812"/>
                    <a:pt x="6693" y="8360"/>
                    <a:pt x="7526" y="7526"/>
                  </a:cubicBezTo>
                  <a:cubicBezTo>
                    <a:pt x="8336" y="6693"/>
                    <a:pt x="8812" y="5597"/>
                    <a:pt x="8812" y="4407"/>
                  </a:cubicBezTo>
                  <a:lnTo>
                    <a:pt x="8812" y="4145"/>
                  </a:lnTo>
                  <a:lnTo>
                    <a:pt x="8288" y="4145"/>
                  </a:lnTo>
                  <a:lnTo>
                    <a:pt x="8288" y="3644"/>
                  </a:lnTo>
                  <a:cubicBezTo>
                    <a:pt x="8288" y="3216"/>
                    <a:pt x="7931" y="2859"/>
                    <a:pt x="7502" y="2859"/>
                  </a:cubicBezTo>
                  <a:cubicBezTo>
                    <a:pt x="7240" y="2859"/>
                    <a:pt x="7002" y="3001"/>
                    <a:pt x="6859" y="3216"/>
                  </a:cubicBezTo>
                  <a:cubicBezTo>
                    <a:pt x="6812" y="3192"/>
                    <a:pt x="6764" y="3168"/>
                    <a:pt x="6740" y="3168"/>
                  </a:cubicBezTo>
                  <a:lnTo>
                    <a:pt x="6740" y="2763"/>
                  </a:lnTo>
                  <a:cubicBezTo>
                    <a:pt x="7026" y="2644"/>
                    <a:pt x="7240" y="2358"/>
                    <a:pt x="7240" y="2025"/>
                  </a:cubicBezTo>
                  <a:lnTo>
                    <a:pt x="7240" y="1549"/>
                  </a:lnTo>
                  <a:cubicBezTo>
                    <a:pt x="7216" y="406"/>
                    <a:pt x="6526" y="72"/>
                    <a:pt x="6478" y="1"/>
                  </a:cubicBezTo>
                  <a:cubicBezTo>
                    <a:pt x="6216" y="215"/>
                    <a:pt x="5740" y="572"/>
                    <a:pt x="5692" y="1549"/>
                  </a:cubicBezTo>
                  <a:lnTo>
                    <a:pt x="5692" y="2025"/>
                  </a:lnTo>
                  <a:cubicBezTo>
                    <a:pt x="5692" y="2358"/>
                    <a:pt x="5907" y="2644"/>
                    <a:pt x="6216" y="2763"/>
                  </a:cubicBezTo>
                  <a:lnTo>
                    <a:pt x="6216" y="3168"/>
                  </a:lnTo>
                  <a:cubicBezTo>
                    <a:pt x="6169" y="3168"/>
                    <a:pt x="6121" y="3192"/>
                    <a:pt x="6097" y="3216"/>
                  </a:cubicBezTo>
                  <a:cubicBezTo>
                    <a:pt x="5954" y="3001"/>
                    <a:pt x="5716" y="2859"/>
                    <a:pt x="5430" y="2859"/>
                  </a:cubicBezTo>
                  <a:cubicBezTo>
                    <a:pt x="5168" y="2859"/>
                    <a:pt x="4930" y="3001"/>
                    <a:pt x="4787" y="3216"/>
                  </a:cubicBezTo>
                  <a:cubicBezTo>
                    <a:pt x="4740" y="3192"/>
                    <a:pt x="4716" y="3168"/>
                    <a:pt x="4668" y="3168"/>
                  </a:cubicBezTo>
                  <a:lnTo>
                    <a:pt x="4668" y="2763"/>
                  </a:lnTo>
                  <a:cubicBezTo>
                    <a:pt x="5097" y="2668"/>
                    <a:pt x="5430" y="2263"/>
                    <a:pt x="5430" y="1763"/>
                  </a:cubicBezTo>
                  <a:lnTo>
                    <a:pt x="5430" y="1049"/>
                  </a:lnTo>
                  <a:cubicBezTo>
                    <a:pt x="5430" y="477"/>
                    <a:pt x="4978" y="1"/>
                    <a:pt x="4406" y="1"/>
                  </a:cubicBezTo>
                  <a:cubicBezTo>
                    <a:pt x="3835" y="1"/>
                    <a:pt x="3359" y="477"/>
                    <a:pt x="3359" y="1049"/>
                  </a:cubicBezTo>
                  <a:lnTo>
                    <a:pt x="3359" y="1763"/>
                  </a:lnTo>
                  <a:cubicBezTo>
                    <a:pt x="3359" y="2263"/>
                    <a:pt x="3692" y="2668"/>
                    <a:pt x="4144" y="2763"/>
                  </a:cubicBezTo>
                  <a:lnTo>
                    <a:pt x="4144" y="3168"/>
                  </a:lnTo>
                  <a:cubicBezTo>
                    <a:pt x="4097" y="3168"/>
                    <a:pt x="4073" y="3192"/>
                    <a:pt x="4025" y="3216"/>
                  </a:cubicBezTo>
                  <a:cubicBezTo>
                    <a:pt x="3882" y="3001"/>
                    <a:pt x="3644" y="2859"/>
                    <a:pt x="3359" y="2859"/>
                  </a:cubicBezTo>
                  <a:cubicBezTo>
                    <a:pt x="3097" y="2859"/>
                    <a:pt x="2858" y="3001"/>
                    <a:pt x="2716" y="3216"/>
                  </a:cubicBezTo>
                  <a:cubicBezTo>
                    <a:pt x="2668" y="3192"/>
                    <a:pt x="2644" y="3168"/>
                    <a:pt x="2596" y="3168"/>
                  </a:cubicBezTo>
                  <a:lnTo>
                    <a:pt x="2596" y="2763"/>
                  </a:lnTo>
                  <a:cubicBezTo>
                    <a:pt x="2882" y="2644"/>
                    <a:pt x="3120" y="2358"/>
                    <a:pt x="3120" y="2025"/>
                  </a:cubicBezTo>
                  <a:lnTo>
                    <a:pt x="3120" y="1549"/>
                  </a:lnTo>
                  <a:cubicBezTo>
                    <a:pt x="3073" y="406"/>
                    <a:pt x="2382" y="72"/>
                    <a:pt x="233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9" name="Google Shape;599;p48"/>
          <p:cNvGrpSpPr/>
          <p:nvPr/>
        </p:nvGrpSpPr>
        <p:grpSpPr>
          <a:xfrm>
            <a:off x="1498513" y="4203875"/>
            <a:ext cx="467875" cy="467875"/>
            <a:chOff x="1853150" y="2459700"/>
            <a:chExt cx="467875" cy="467875"/>
          </a:xfrm>
        </p:grpSpPr>
        <p:sp>
          <p:nvSpPr>
            <p:cNvPr id="600" name="Google Shape;600;p48"/>
            <p:cNvSpPr/>
            <p:nvPr/>
          </p:nvSpPr>
          <p:spPr>
            <a:xfrm>
              <a:off x="2087500" y="2459700"/>
              <a:ext cx="25" cy="134300"/>
            </a:xfrm>
            <a:custGeom>
              <a:avLst/>
              <a:gdLst/>
              <a:ahLst/>
              <a:cxnLst/>
              <a:rect l="l" t="t" r="r" b="b"/>
              <a:pathLst>
                <a:path w="1" h="5372" fill="none" extrusionOk="0">
                  <a:moveTo>
                    <a:pt x="0" y="1"/>
                  </a:moveTo>
                  <a:lnTo>
                    <a:pt x="0" y="537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48"/>
            <p:cNvSpPr/>
            <p:nvPr/>
          </p:nvSpPr>
          <p:spPr>
            <a:xfrm>
              <a:off x="2157550" y="2528075"/>
              <a:ext cx="95100" cy="95100"/>
            </a:xfrm>
            <a:custGeom>
              <a:avLst/>
              <a:gdLst/>
              <a:ahLst/>
              <a:cxnLst/>
              <a:rect l="l" t="t" r="r" b="b"/>
              <a:pathLst>
                <a:path w="3804" h="3804" fill="none" extrusionOk="0">
                  <a:moveTo>
                    <a:pt x="3803" y="1"/>
                  </a:moveTo>
                  <a:lnTo>
                    <a:pt x="0" y="3804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48"/>
            <p:cNvSpPr/>
            <p:nvPr/>
          </p:nvSpPr>
          <p:spPr>
            <a:xfrm>
              <a:off x="2186725" y="2693200"/>
              <a:ext cx="134300" cy="25"/>
            </a:xfrm>
            <a:custGeom>
              <a:avLst/>
              <a:gdLst/>
              <a:ahLst/>
              <a:cxnLst/>
              <a:rect l="l" t="t" r="r" b="b"/>
              <a:pathLst>
                <a:path w="5372" h="1" fill="none" extrusionOk="0">
                  <a:moveTo>
                    <a:pt x="5371" y="1"/>
                  </a:moveTo>
                  <a:lnTo>
                    <a:pt x="1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48"/>
            <p:cNvSpPr/>
            <p:nvPr/>
          </p:nvSpPr>
          <p:spPr>
            <a:xfrm>
              <a:off x="2157550" y="2763250"/>
              <a:ext cx="95100" cy="95925"/>
            </a:xfrm>
            <a:custGeom>
              <a:avLst/>
              <a:gdLst/>
              <a:ahLst/>
              <a:cxnLst/>
              <a:rect l="l" t="t" r="r" b="b"/>
              <a:pathLst>
                <a:path w="3804" h="3837" fill="none" extrusionOk="0">
                  <a:moveTo>
                    <a:pt x="3803" y="3837"/>
                  </a:moveTo>
                  <a:lnTo>
                    <a:pt x="0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48"/>
            <p:cNvSpPr/>
            <p:nvPr/>
          </p:nvSpPr>
          <p:spPr>
            <a:xfrm>
              <a:off x="2087500" y="2792450"/>
              <a:ext cx="25" cy="135125"/>
            </a:xfrm>
            <a:custGeom>
              <a:avLst/>
              <a:gdLst/>
              <a:ahLst/>
              <a:cxnLst/>
              <a:rect l="l" t="t" r="r" b="b"/>
              <a:pathLst>
                <a:path w="1" h="5405" fill="none" extrusionOk="0">
                  <a:moveTo>
                    <a:pt x="0" y="5404"/>
                  </a:moveTo>
                  <a:lnTo>
                    <a:pt x="0" y="0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48"/>
            <p:cNvSpPr/>
            <p:nvPr/>
          </p:nvSpPr>
          <p:spPr>
            <a:xfrm>
              <a:off x="1922375" y="2763250"/>
              <a:ext cx="95100" cy="95925"/>
            </a:xfrm>
            <a:custGeom>
              <a:avLst/>
              <a:gdLst/>
              <a:ahLst/>
              <a:cxnLst/>
              <a:rect l="l" t="t" r="r" b="b"/>
              <a:pathLst>
                <a:path w="3804" h="3837" fill="none" extrusionOk="0">
                  <a:moveTo>
                    <a:pt x="1" y="3837"/>
                  </a:moveTo>
                  <a:lnTo>
                    <a:pt x="3803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48"/>
            <p:cNvSpPr/>
            <p:nvPr/>
          </p:nvSpPr>
          <p:spPr>
            <a:xfrm>
              <a:off x="1853150" y="2693200"/>
              <a:ext cx="135125" cy="25"/>
            </a:xfrm>
            <a:custGeom>
              <a:avLst/>
              <a:gdLst/>
              <a:ahLst/>
              <a:cxnLst/>
              <a:rect l="l" t="t" r="r" b="b"/>
              <a:pathLst>
                <a:path w="5405" h="1" fill="none" extrusionOk="0">
                  <a:moveTo>
                    <a:pt x="1" y="1"/>
                  </a:moveTo>
                  <a:lnTo>
                    <a:pt x="5405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48"/>
            <p:cNvSpPr/>
            <p:nvPr/>
          </p:nvSpPr>
          <p:spPr>
            <a:xfrm>
              <a:off x="1922375" y="2528075"/>
              <a:ext cx="95100" cy="95100"/>
            </a:xfrm>
            <a:custGeom>
              <a:avLst/>
              <a:gdLst/>
              <a:ahLst/>
              <a:cxnLst/>
              <a:rect l="l" t="t" r="r" b="b"/>
              <a:pathLst>
                <a:path w="3804" h="3804" fill="none" extrusionOk="0">
                  <a:moveTo>
                    <a:pt x="1" y="1"/>
                  </a:moveTo>
                  <a:lnTo>
                    <a:pt x="3803" y="3804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D90FCE72-0911-55CA-B78D-4B76F43B05E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20725" y="2108080"/>
            <a:ext cx="4451349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web-based platform enabling users to submit electronic waste pickup requests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 product details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Administrators manage requests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Schedule collections</a:t>
            </a: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Update item status for efficient, secure e-waste handling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9E8D2C2B-9FED-AE88-88C1-690B7DBD6B19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l="27" r="27"/>
          <a:stretch>
            <a:fillRect/>
          </a:stretch>
        </p:blipFill>
        <p:spPr>
          <a:xfrm>
            <a:off x="5194586" y="879016"/>
            <a:ext cx="3459159" cy="3459159"/>
          </a:xfr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6"/>
          <p:cNvSpPr/>
          <p:nvPr/>
        </p:nvSpPr>
        <p:spPr>
          <a:xfrm rot="900043" flipH="1">
            <a:off x="5368198" y="1481488"/>
            <a:ext cx="4970916" cy="4623553"/>
          </a:xfrm>
          <a:custGeom>
            <a:avLst/>
            <a:gdLst/>
            <a:ahLst/>
            <a:cxnLst/>
            <a:rect l="l" t="t" r="r" b="b"/>
            <a:pathLst>
              <a:path w="131928" h="122709" extrusionOk="0">
                <a:moveTo>
                  <a:pt x="110272" y="1"/>
                </a:moveTo>
                <a:cubicBezTo>
                  <a:pt x="107794" y="1"/>
                  <a:pt x="105307" y="285"/>
                  <a:pt x="102940" y="806"/>
                </a:cubicBezTo>
                <a:cubicBezTo>
                  <a:pt x="94034" y="2774"/>
                  <a:pt x="85728" y="7411"/>
                  <a:pt x="79390" y="13982"/>
                </a:cubicBezTo>
                <a:cubicBezTo>
                  <a:pt x="71584" y="22049"/>
                  <a:pt x="64634" y="33954"/>
                  <a:pt x="53622" y="33954"/>
                </a:cubicBezTo>
                <a:cubicBezTo>
                  <a:pt x="53341" y="33954"/>
                  <a:pt x="53058" y="33946"/>
                  <a:pt x="52771" y="33930"/>
                </a:cubicBezTo>
                <a:cubicBezTo>
                  <a:pt x="48635" y="33697"/>
                  <a:pt x="44832" y="31662"/>
                  <a:pt x="40763" y="30861"/>
                </a:cubicBezTo>
                <a:cubicBezTo>
                  <a:pt x="39507" y="30623"/>
                  <a:pt x="38244" y="30510"/>
                  <a:pt x="36985" y="30510"/>
                </a:cubicBezTo>
                <a:cubicBezTo>
                  <a:pt x="29777" y="30510"/>
                  <a:pt x="22672" y="34224"/>
                  <a:pt x="17646" y="39534"/>
                </a:cubicBezTo>
                <a:cubicBezTo>
                  <a:pt x="11742" y="45772"/>
                  <a:pt x="8306" y="53944"/>
                  <a:pt x="5704" y="62117"/>
                </a:cubicBezTo>
                <a:cubicBezTo>
                  <a:pt x="2268" y="72791"/>
                  <a:pt x="0" y="84133"/>
                  <a:pt x="1801" y="95174"/>
                </a:cubicBezTo>
                <a:cubicBezTo>
                  <a:pt x="3569" y="106248"/>
                  <a:pt x="9173" y="119324"/>
                  <a:pt x="20115" y="121793"/>
                </a:cubicBezTo>
                <a:cubicBezTo>
                  <a:pt x="22930" y="122423"/>
                  <a:pt x="25939" y="122708"/>
                  <a:pt x="29054" y="122708"/>
                </a:cubicBezTo>
                <a:cubicBezTo>
                  <a:pt x="46239" y="122708"/>
                  <a:pt x="66644" y="114017"/>
                  <a:pt x="75454" y="106449"/>
                </a:cubicBezTo>
                <a:cubicBezTo>
                  <a:pt x="100138" y="85133"/>
                  <a:pt x="124556" y="59982"/>
                  <a:pt x="130460" y="27892"/>
                </a:cubicBezTo>
                <a:cubicBezTo>
                  <a:pt x="131728" y="21021"/>
                  <a:pt x="131928" y="13349"/>
                  <a:pt x="127858" y="7645"/>
                </a:cubicBezTo>
                <a:cubicBezTo>
                  <a:pt x="123958" y="2199"/>
                  <a:pt x="117154" y="1"/>
                  <a:pt x="11027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46"/>
          <p:cNvSpPr txBox="1">
            <a:spLocks noGrp="1"/>
          </p:cNvSpPr>
          <p:nvPr>
            <p:ph type="title"/>
          </p:nvPr>
        </p:nvSpPr>
        <p:spPr>
          <a:xfrm>
            <a:off x="505915" y="783387"/>
            <a:ext cx="5010600" cy="76103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IN" dirty="0"/>
              <a:t>Key Features</a:t>
            </a:r>
            <a:endParaRPr dirty="0"/>
          </a:p>
        </p:txBody>
      </p:sp>
      <p:sp>
        <p:nvSpPr>
          <p:cNvPr id="498" name="Google Shape;498;p46"/>
          <p:cNvSpPr txBox="1">
            <a:spLocks noGrp="1"/>
          </p:cNvSpPr>
          <p:nvPr>
            <p:ph type="subTitle" idx="1"/>
          </p:nvPr>
        </p:nvSpPr>
        <p:spPr>
          <a:xfrm>
            <a:off x="435188" y="1550753"/>
            <a:ext cx="5010600" cy="26883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User Management &amp; </a:t>
            </a:r>
            <a:r>
              <a:rPr lang="en-US" b="1" dirty="0" smtClean="0">
                <a:solidFill>
                  <a:schemeClr val="bg1">
                    <a:lumMod val="75000"/>
                  </a:schemeClr>
                </a:solidFill>
              </a:rPr>
              <a:t>Authentication</a:t>
            </a:r>
            <a:r>
              <a:rPr lang="en-US" dirty="0" smtClean="0">
                <a:solidFill>
                  <a:schemeClr val="bg1">
                    <a:lumMod val="75000"/>
                  </a:schemeClr>
                </a:solidFill>
              </a:rPr>
              <a:t>:</a:t>
            </a:r>
          </a:p>
          <a:p>
            <a:pPr marL="596900" lvl="1" indent="0"/>
            <a:r>
              <a:rPr lang="en-US" dirty="0" smtClean="0"/>
              <a:t> Secure registration and profile management.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 smtClean="0">
                <a:solidFill>
                  <a:schemeClr val="bg1">
                    <a:lumMod val="75000"/>
                  </a:schemeClr>
                </a:solidFill>
              </a:rPr>
              <a:t>Request Submission:</a:t>
            </a:r>
          </a:p>
          <a:p>
            <a:pPr marL="139700" indent="0"/>
            <a:r>
              <a:rPr lang="en-US" sz="1400" dirty="0" smtClean="0"/>
              <a:t>                 </a:t>
            </a:r>
            <a:r>
              <a:rPr lang="en-US" sz="1400" dirty="0" smtClean="0"/>
              <a:t>Users </a:t>
            </a:r>
            <a:r>
              <a:rPr lang="en-US" sz="1400" dirty="0"/>
              <a:t>submit e-waste </a:t>
            </a:r>
            <a:r>
              <a:rPr lang="en-US" sz="1400" dirty="0" smtClean="0"/>
              <a:t>request. </a:t>
            </a:r>
            <a:endParaRPr lang="en-US" sz="14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Admin Dashboard:</a:t>
            </a:r>
          </a:p>
          <a:p>
            <a:pPr marL="596900" lvl="1" indent="0"/>
            <a:r>
              <a:rPr lang="en-US" dirty="0" smtClean="0"/>
              <a:t>         Review </a:t>
            </a:r>
            <a:r>
              <a:rPr lang="en-US" dirty="0"/>
              <a:t>requests, schedule pickups, monitor </a:t>
            </a:r>
            <a:r>
              <a:rPr lang="en-US" dirty="0" smtClean="0"/>
              <a:t>system </a:t>
            </a: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Collector Dashboard:</a:t>
            </a:r>
          </a:p>
          <a:p>
            <a:pPr marL="596900" lvl="1" indent="0"/>
            <a:r>
              <a:rPr lang="en-US" dirty="0" smtClean="0"/>
              <a:t>      Access </a:t>
            </a:r>
            <a:r>
              <a:rPr lang="en-US" dirty="0"/>
              <a:t>assigned routes and update pickup </a:t>
            </a:r>
            <a:r>
              <a:rPr lang="en-US" dirty="0" smtClean="0"/>
              <a:t>status. </a:t>
            </a: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Email Notifications:</a:t>
            </a:r>
          </a:p>
          <a:p>
            <a:pPr marL="596900" lvl="1" indent="0"/>
            <a:r>
              <a:rPr lang="en-US" dirty="0" smtClean="0"/>
              <a:t>         Updates </a:t>
            </a:r>
            <a:r>
              <a:rPr lang="en-US" dirty="0"/>
              <a:t>about pickup schedules and request </a:t>
            </a:r>
            <a:r>
              <a:rPr lang="en-US" dirty="0" smtClean="0"/>
              <a:t>status. </a:t>
            </a:r>
            <a:endParaRPr lang="en-US" dirty="0"/>
          </a:p>
        </p:txBody>
      </p:sp>
      <p:grpSp>
        <p:nvGrpSpPr>
          <p:cNvPr id="551" name="Google Shape;551;p46"/>
          <p:cNvGrpSpPr/>
          <p:nvPr/>
        </p:nvGrpSpPr>
        <p:grpSpPr>
          <a:xfrm>
            <a:off x="2284988" y="4411775"/>
            <a:ext cx="467875" cy="467875"/>
            <a:chOff x="1853150" y="2459700"/>
            <a:chExt cx="467875" cy="467875"/>
          </a:xfrm>
        </p:grpSpPr>
        <p:sp>
          <p:nvSpPr>
            <p:cNvPr id="552" name="Google Shape;552;p46"/>
            <p:cNvSpPr/>
            <p:nvPr/>
          </p:nvSpPr>
          <p:spPr>
            <a:xfrm>
              <a:off x="2087500" y="2459700"/>
              <a:ext cx="25" cy="134300"/>
            </a:xfrm>
            <a:custGeom>
              <a:avLst/>
              <a:gdLst/>
              <a:ahLst/>
              <a:cxnLst/>
              <a:rect l="l" t="t" r="r" b="b"/>
              <a:pathLst>
                <a:path w="1" h="5372" fill="none" extrusionOk="0">
                  <a:moveTo>
                    <a:pt x="0" y="1"/>
                  </a:moveTo>
                  <a:lnTo>
                    <a:pt x="0" y="537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46"/>
            <p:cNvSpPr/>
            <p:nvPr/>
          </p:nvSpPr>
          <p:spPr>
            <a:xfrm>
              <a:off x="2157550" y="2528075"/>
              <a:ext cx="95100" cy="95100"/>
            </a:xfrm>
            <a:custGeom>
              <a:avLst/>
              <a:gdLst/>
              <a:ahLst/>
              <a:cxnLst/>
              <a:rect l="l" t="t" r="r" b="b"/>
              <a:pathLst>
                <a:path w="3804" h="3804" fill="none" extrusionOk="0">
                  <a:moveTo>
                    <a:pt x="3803" y="1"/>
                  </a:moveTo>
                  <a:lnTo>
                    <a:pt x="0" y="3804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46"/>
            <p:cNvSpPr/>
            <p:nvPr/>
          </p:nvSpPr>
          <p:spPr>
            <a:xfrm>
              <a:off x="2186725" y="2693200"/>
              <a:ext cx="134300" cy="25"/>
            </a:xfrm>
            <a:custGeom>
              <a:avLst/>
              <a:gdLst/>
              <a:ahLst/>
              <a:cxnLst/>
              <a:rect l="l" t="t" r="r" b="b"/>
              <a:pathLst>
                <a:path w="5372" h="1" fill="none" extrusionOk="0">
                  <a:moveTo>
                    <a:pt x="5371" y="1"/>
                  </a:moveTo>
                  <a:lnTo>
                    <a:pt x="1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46"/>
            <p:cNvSpPr/>
            <p:nvPr/>
          </p:nvSpPr>
          <p:spPr>
            <a:xfrm>
              <a:off x="2157550" y="2763250"/>
              <a:ext cx="95100" cy="95925"/>
            </a:xfrm>
            <a:custGeom>
              <a:avLst/>
              <a:gdLst/>
              <a:ahLst/>
              <a:cxnLst/>
              <a:rect l="l" t="t" r="r" b="b"/>
              <a:pathLst>
                <a:path w="3804" h="3837" fill="none" extrusionOk="0">
                  <a:moveTo>
                    <a:pt x="3803" y="3837"/>
                  </a:moveTo>
                  <a:lnTo>
                    <a:pt x="0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46"/>
            <p:cNvSpPr/>
            <p:nvPr/>
          </p:nvSpPr>
          <p:spPr>
            <a:xfrm>
              <a:off x="2087500" y="2792450"/>
              <a:ext cx="25" cy="135125"/>
            </a:xfrm>
            <a:custGeom>
              <a:avLst/>
              <a:gdLst/>
              <a:ahLst/>
              <a:cxnLst/>
              <a:rect l="l" t="t" r="r" b="b"/>
              <a:pathLst>
                <a:path w="1" h="5405" fill="none" extrusionOk="0">
                  <a:moveTo>
                    <a:pt x="0" y="5404"/>
                  </a:moveTo>
                  <a:lnTo>
                    <a:pt x="0" y="0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46"/>
            <p:cNvSpPr/>
            <p:nvPr/>
          </p:nvSpPr>
          <p:spPr>
            <a:xfrm>
              <a:off x="1922375" y="2763250"/>
              <a:ext cx="95100" cy="95925"/>
            </a:xfrm>
            <a:custGeom>
              <a:avLst/>
              <a:gdLst/>
              <a:ahLst/>
              <a:cxnLst/>
              <a:rect l="l" t="t" r="r" b="b"/>
              <a:pathLst>
                <a:path w="3804" h="3837" fill="none" extrusionOk="0">
                  <a:moveTo>
                    <a:pt x="1" y="3837"/>
                  </a:moveTo>
                  <a:lnTo>
                    <a:pt x="3803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46"/>
            <p:cNvSpPr/>
            <p:nvPr/>
          </p:nvSpPr>
          <p:spPr>
            <a:xfrm>
              <a:off x="1853150" y="2693200"/>
              <a:ext cx="135125" cy="25"/>
            </a:xfrm>
            <a:custGeom>
              <a:avLst/>
              <a:gdLst/>
              <a:ahLst/>
              <a:cxnLst/>
              <a:rect l="l" t="t" r="r" b="b"/>
              <a:pathLst>
                <a:path w="5405" h="1" fill="none" extrusionOk="0">
                  <a:moveTo>
                    <a:pt x="1" y="1"/>
                  </a:moveTo>
                  <a:lnTo>
                    <a:pt x="5405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46"/>
            <p:cNvSpPr/>
            <p:nvPr/>
          </p:nvSpPr>
          <p:spPr>
            <a:xfrm>
              <a:off x="1922375" y="2528075"/>
              <a:ext cx="95100" cy="95100"/>
            </a:xfrm>
            <a:custGeom>
              <a:avLst/>
              <a:gdLst/>
              <a:ahLst/>
              <a:cxnLst/>
              <a:rect l="l" t="t" r="r" b="b"/>
              <a:pathLst>
                <a:path w="3804" h="3804" fill="none" extrusionOk="0">
                  <a:moveTo>
                    <a:pt x="1" y="1"/>
                  </a:moveTo>
                  <a:lnTo>
                    <a:pt x="3803" y="3804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Graphic 6">
            <a:extLst>
              <a:ext uri="{FF2B5EF4-FFF2-40B4-BE49-F238E27FC236}">
                <a16:creationId xmlns:a16="http://schemas.microsoft.com/office/drawing/2014/main" id="{8AC41205-833E-632D-F220-C707BA19C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5034690" y="648975"/>
            <a:ext cx="3996837" cy="39968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>
          <a:extLst>
            <a:ext uri="{FF2B5EF4-FFF2-40B4-BE49-F238E27FC236}">
              <a16:creationId xmlns:a16="http://schemas.microsoft.com/office/drawing/2014/main" id="{0F0F0A1F-9267-F29B-B55F-7E0457EBB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>
            <a:extLst>
              <a:ext uri="{FF2B5EF4-FFF2-40B4-BE49-F238E27FC236}">
                <a16:creationId xmlns:a16="http://schemas.microsoft.com/office/drawing/2014/main" id="{6E1B8A5D-9E43-B9EA-40F1-97B16B89DFD1}"/>
              </a:ext>
            </a:extLst>
          </p:cNvPr>
          <p:cNvSpPr/>
          <p:nvPr/>
        </p:nvSpPr>
        <p:spPr>
          <a:xfrm rot="-900027">
            <a:off x="5641" y="1372463"/>
            <a:ext cx="4002542" cy="3722848"/>
          </a:xfrm>
          <a:custGeom>
            <a:avLst/>
            <a:gdLst/>
            <a:ahLst/>
            <a:cxnLst/>
            <a:rect l="l" t="t" r="r" b="b"/>
            <a:pathLst>
              <a:path w="131928" h="122709" extrusionOk="0">
                <a:moveTo>
                  <a:pt x="110272" y="1"/>
                </a:moveTo>
                <a:cubicBezTo>
                  <a:pt x="107794" y="1"/>
                  <a:pt x="105307" y="285"/>
                  <a:pt x="102940" y="806"/>
                </a:cubicBezTo>
                <a:cubicBezTo>
                  <a:pt x="94034" y="2774"/>
                  <a:pt x="85728" y="7411"/>
                  <a:pt x="79390" y="13982"/>
                </a:cubicBezTo>
                <a:cubicBezTo>
                  <a:pt x="71584" y="22049"/>
                  <a:pt x="64634" y="33954"/>
                  <a:pt x="53622" y="33954"/>
                </a:cubicBezTo>
                <a:cubicBezTo>
                  <a:pt x="53341" y="33954"/>
                  <a:pt x="53058" y="33946"/>
                  <a:pt x="52771" y="33930"/>
                </a:cubicBezTo>
                <a:cubicBezTo>
                  <a:pt x="48635" y="33697"/>
                  <a:pt x="44832" y="31662"/>
                  <a:pt x="40763" y="30861"/>
                </a:cubicBezTo>
                <a:cubicBezTo>
                  <a:pt x="39507" y="30623"/>
                  <a:pt x="38244" y="30510"/>
                  <a:pt x="36985" y="30510"/>
                </a:cubicBezTo>
                <a:cubicBezTo>
                  <a:pt x="29777" y="30510"/>
                  <a:pt x="22672" y="34224"/>
                  <a:pt x="17646" y="39534"/>
                </a:cubicBezTo>
                <a:cubicBezTo>
                  <a:pt x="11742" y="45772"/>
                  <a:pt x="8306" y="53944"/>
                  <a:pt x="5704" y="62117"/>
                </a:cubicBezTo>
                <a:cubicBezTo>
                  <a:pt x="2268" y="72791"/>
                  <a:pt x="0" y="84133"/>
                  <a:pt x="1801" y="95174"/>
                </a:cubicBezTo>
                <a:cubicBezTo>
                  <a:pt x="3569" y="106248"/>
                  <a:pt x="9173" y="119324"/>
                  <a:pt x="20115" y="121793"/>
                </a:cubicBezTo>
                <a:cubicBezTo>
                  <a:pt x="22930" y="122423"/>
                  <a:pt x="25939" y="122708"/>
                  <a:pt x="29054" y="122708"/>
                </a:cubicBezTo>
                <a:cubicBezTo>
                  <a:pt x="46239" y="122708"/>
                  <a:pt x="66644" y="114017"/>
                  <a:pt x="75454" y="106449"/>
                </a:cubicBezTo>
                <a:cubicBezTo>
                  <a:pt x="100138" y="85133"/>
                  <a:pt x="124556" y="59982"/>
                  <a:pt x="130460" y="27892"/>
                </a:cubicBezTo>
                <a:cubicBezTo>
                  <a:pt x="131728" y="21021"/>
                  <a:pt x="131928" y="13349"/>
                  <a:pt x="127858" y="7645"/>
                </a:cubicBezTo>
                <a:cubicBezTo>
                  <a:pt x="123958" y="2199"/>
                  <a:pt x="117154" y="1"/>
                  <a:pt x="11027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42">
            <a:extLst>
              <a:ext uri="{FF2B5EF4-FFF2-40B4-BE49-F238E27FC236}">
                <a16:creationId xmlns:a16="http://schemas.microsoft.com/office/drawing/2014/main" id="{2933AC9A-5AE0-8710-0D8E-768A02D7176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820246" y="676400"/>
            <a:ext cx="5483581" cy="117230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IN" sz="4400" dirty="0"/>
              <a:t>Technology Stack</a:t>
            </a:r>
            <a:endParaRPr sz="2800" dirty="0"/>
          </a:p>
        </p:txBody>
      </p:sp>
      <p:grpSp>
        <p:nvGrpSpPr>
          <p:cNvPr id="215" name="Google Shape;215;p42">
            <a:extLst>
              <a:ext uri="{FF2B5EF4-FFF2-40B4-BE49-F238E27FC236}">
                <a16:creationId xmlns:a16="http://schemas.microsoft.com/office/drawing/2014/main" id="{53F9DD8A-7F1D-F4C2-875A-E0E1C8C5753D}"/>
              </a:ext>
            </a:extLst>
          </p:cNvPr>
          <p:cNvGrpSpPr/>
          <p:nvPr/>
        </p:nvGrpSpPr>
        <p:grpSpPr>
          <a:xfrm>
            <a:off x="5927913" y="4202338"/>
            <a:ext cx="578775" cy="525200"/>
            <a:chOff x="1698875" y="1584550"/>
            <a:chExt cx="578775" cy="525200"/>
          </a:xfrm>
        </p:grpSpPr>
        <p:sp>
          <p:nvSpPr>
            <p:cNvPr id="216" name="Google Shape;216;p42">
              <a:extLst>
                <a:ext uri="{FF2B5EF4-FFF2-40B4-BE49-F238E27FC236}">
                  <a16:creationId xmlns:a16="http://schemas.microsoft.com/office/drawing/2014/main" id="{6FB8CF80-8D96-827B-7294-B7C8A34F1DA1}"/>
                </a:ext>
              </a:extLst>
            </p:cNvPr>
            <p:cNvSpPr/>
            <p:nvPr/>
          </p:nvSpPr>
          <p:spPr>
            <a:xfrm>
              <a:off x="1698875" y="1584550"/>
              <a:ext cx="578775" cy="394825"/>
            </a:xfrm>
            <a:custGeom>
              <a:avLst/>
              <a:gdLst/>
              <a:ahLst/>
              <a:cxnLst/>
              <a:rect l="l" t="t" r="r" b="b"/>
              <a:pathLst>
                <a:path w="23151" h="15793" extrusionOk="0">
                  <a:moveTo>
                    <a:pt x="18824" y="1"/>
                  </a:moveTo>
                  <a:cubicBezTo>
                    <a:pt x="9978" y="1"/>
                    <a:pt x="2000" y="6135"/>
                    <a:pt x="34" y="15126"/>
                  </a:cubicBezTo>
                  <a:cubicBezTo>
                    <a:pt x="1" y="15192"/>
                    <a:pt x="1" y="15293"/>
                    <a:pt x="1" y="15359"/>
                  </a:cubicBezTo>
                  <a:lnTo>
                    <a:pt x="2136" y="15793"/>
                  </a:lnTo>
                  <a:cubicBezTo>
                    <a:pt x="2136" y="15726"/>
                    <a:pt x="2169" y="15659"/>
                    <a:pt x="2169" y="15593"/>
                  </a:cubicBezTo>
                  <a:cubicBezTo>
                    <a:pt x="3170" y="10989"/>
                    <a:pt x="5938" y="7253"/>
                    <a:pt x="9641" y="4885"/>
                  </a:cubicBezTo>
                  <a:cubicBezTo>
                    <a:pt x="12338" y="3169"/>
                    <a:pt x="15522" y="2191"/>
                    <a:pt x="18848" y="2191"/>
                  </a:cubicBezTo>
                  <a:cubicBezTo>
                    <a:pt x="20047" y="2191"/>
                    <a:pt x="21264" y="2318"/>
                    <a:pt x="22484" y="2583"/>
                  </a:cubicBezTo>
                  <a:cubicBezTo>
                    <a:pt x="22550" y="2583"/>
                    <a:pt x="22584" y="2617"/>
                    <a:pt x="22650" y="2650"/>
                  </a:cubicBezTo>
                  <a:lnTo>
                    <a:pt x="23151" y="515"/>
                  </a:lnTo>
                  <a:cubicBezTo>
                    <a:pt x="23084" y="482"/>
                    <a:pt x="23017" y="482"/>
                    <a:pt x="22951" y="449"/>
                  </a:cubicBezTo>
                  <a:cubicBezTo>
                    <a:pt x="21567" y="146"/>
                    <a:pt x="20185" y="1"/>
                    <a:pt x="188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42">
              <a:extLst>
                <a:ext uri="{FF2B5EF4-FFF2-40B4-BE49-F238E27FC236}">
                  <a16:creationId xmlns:a16="http://schemas.microsoft.com/office/drawing/2014/main" id="{6FB2A0D1-00C7-FAFD-32BB-BB006638E7BE}"/>
                </a:ext>
              </a:extLst>
            </p:cNvPr>
            <p:cNvSpPr/>
            <p:nvPr/>
          </p:nvSpPr>
          <p:spPr>
            <a:xfrm>
              <a:off x="1840650" y="1729825"/>
              <a:ext cx="404475" cy="278750"/>
            </a:xfrm>
            <a:custGeom>
              <a:avLst/>
              <a:gdLst/>
              <a:ahLst/>
              <a:cxnLst/>
              <a:rect l="l" t="t" r="r" b="b"/>
              <a:pathLst>
                <a:path w="16179" h="11150" extrusionOk="0">
                  <a:moveTo>
                    <a:pt x="13147" y="0"/>
                  </a:moveTo>
                  <a:cubicBezTo>
                    <a:pt x="6969" y="0"/>
                    <a:pt x="1394" y="4271"/>
                    <a:pt x="34" y="10549"/>
                  </a:cubicBezTo>
                  <a:cubicBezTo>
                    <a:pt x="34" y="10616"/>
                    <a:pt x="34" y="10649"/>
                    <a:pt x="1" y="10716"/>
                  </a:cubicBezTo>
                  <a:lnTo>
                    <a:pt x="2135" y="11149"/>
                  </a:lnTo>
                  <a:cubicBezTo>
                    <a:pt x="2169" y="11116"/>
                    <a:pt x="2169" y="11083"/>
                    <a:pt x="2169" y="11016"/>
                  </a:cubicBezTo>
                  <a:cubicBezTo>
                    <a:pt x="2836" y="8014"/>
                    <a:pt x="4671" y="5512"/>
                    <a:pt x="7072" y="3978"/>
                  </a:cubicBezTo>
                  <a:cubicBezTo>
                    <a:pt x="8859" y="2827"/>
                    <a:pt x="10968" y="2180"/>
                    <a:pt x="13150" y="2180"/>
                  </a:cubicBezTo>
                  <a:cubicBezTo>
                    <a:pt x="13943" y="2180"/>
                    <a:pt x="14745" y="2265"/>
                    <a:pt x="15545" y="2443"/>
                  </a:cubicBezTo>
                  <a:cubicBezTo>
                    <a:pt x="15612" y="2443"/>
                    <a:pt x="15645" y="2476"/>
                    <a:pt x="15678" y="2476"/>
                  </a:cubicBezTo>
                  <a:lnTo>
                    <a:pt x="16179" y="342"/>
                  </a:lnTo>
                  <a:cubicBezTo>
                    <a:pt x="16112" y="342"/>
                    <a:pt x="16079" y="308"/>
                    <a:pt x="16012" y="308"/>
                  </a:cubicBezTo>
                  <a:cubicBezTo>
                    <a:pt x="15052" y="100"/>
                    <a:pt x="14092" y="0"/>
                    <a:pt x="1314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42">
              <a:extLst>
                <a:ext uri="{FF2B5EF4-FFF2-40B4-BE49-F238E27FC236}">
                  <a16:creationId xmlns:a16="http://schemas.microsoft.com/office/drawing/2014/main" id="{ED0AEAD3-EBA1-BE59-E9D0-753B129FD166}"/>
                </a:ext>
              </a:extLst>
            </p:cNvPr>
            <p:cNvSpPr/>
            <p:nvPr/>
          </p:nvSpPr>
          <p:spPr>
            <a:xfrm>
              <a:off x="1974075" y="1866325"/>
              <a:ext cx="240200" cy="169775"/>
            </a:xfrm>
            <a:custGeom>
              <a:avLst/>
              <a:gdLst/>
              <a:ahLst/>
              <a:cxnLst/>
              <a:rect l="l" t="t" r="r" b="b"/>
              <a:pathLst>
                <a:path w="9608" h="6791" extrusionOk="0">
                  <a:moveTo>
                    <a:pt x="7806" y="1"/>
                  </a:moveTo>
                  <a:cubicBezTo>
                    <a:pt x="4158" y="1"/>
                    <a:pt x="843" y="2527"/>
                    <a:pt x="34" y="6256"/>
                  </a:cubicBezTo>
                  <a:cubicBezTo>
                    <a:pt x="34" y="6290"/>
                    <a:pt x="34" y="6323"/>
                    <a:pt x="1" y="6357"/>
                  </a:cubicBezTo>
                  <a:lnTo>
                    <a:pt x="2169" y="6790"/>
                  </a:lnTo>
                  <a:cubicBezTo>
                    <a:pt x="2169" y="6757"/>
                    <a:pt x="2169" y="6757"/>
                    <a:pt x="2169" y="6723"/>
                  </a:cubicBezTo>
                  <a:cubicBezTo>
                    <a:pt x="2503" y="5189"/>
                    <a:pt x="3437" y="3888"/>
                    <a:pt x="4704" y="3088"/>
                  </a:cubicBezTo>
                  <a:cubicBezTo>
                    <a:pt x="5604" y="2504"/>
                    <a:pt x="6681" y="2186"/>
                    <a:pt x="7794" y="2186"/>
                  </a:cubicBezTo>
                  <a:cubicBezTo>
                    <a:pt x="8207" y="2186"/>
                    <a:pt x="8625" y="2230"/>
                    <a:pt x="9041" y="2320"/>
                  </a:cubicBezTo>
                  <a:lnTo>
                    <a:pt x="9107" y="2320"/>
                  </a:lnTo>
                  <a:lnTo>
                    <a:pt x="9608" y="219"/>
                  </a:lnTo>
                  <a:cubicBezTo>
                    <a:pt x="9574" y="185"/>
                    <a:pt x="9541" y="185"/>
                    <a:pt x="9508" y="185"/>
                  </a:cubicBezTo>
                  <a:cubicBezTo>
                    <a:pt x="8938" y="61"/>
                    <a:pt x="8368" y="1"/>
                    <a:pt x="78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42">
              <a:extLst>
                <a:ext uri="{FF2B5EF4-FFF2-40B4-BE49-F238E27FC236}">
                  <a16:creationId xmlns:a16="http://schemas.microsoft.com/office/drawing/2014/main" id="{139B38D3-EFAA-605E-199F-65C4092C012C}"/>
                </a:ext>
              </a:extLst>
            </p:cNvPr>
            <p:cNvSpPr/>
            <p:nvPr/>
          </p:nvSpPr>
          <p:spPr>
            <a:xfrm>
              <a:off x="2118350" y="2020575"/>
              <a:ext cx="101775" cy="89175"/>
            </a:xfrm>
            <a:custGeom>
              <a:avLst/>
              <a:gdLst/>
              <a:ahLst/>
              <a:cxnLst/>
              <a:rect l="l" t="t" r="r" b="b"/>
              <a:pathLst>
                <a:path w="4071" h="3567" extrusionOk="0">
                  <a:moveTo>
                    <a:pt x="2039" y="1"/>
                  </a:moveTo>
                  <a:cubicBezTo>
                    <a:pt x="1707" y="1"/>
                    <a:pt x="1370" y="93"/>
                    <a:pt x="1068" y="287"/>
                  </a:cubicBezTo>
                  <a:cubicBezTo>
                    <a:pt x="234" y="820"/>
                    <a:pt x="1" y="1921"/>
                    <a:pt x="534" y="2755"/>
                  </a:cubicBezTo>
                  <a:cubicBezTo>
                    <a:pt x="879" y="3272"/>
                    <a:pt x="1460" y="3566"/>
                    <a:pt x="2053" y="3566"/>
                  </a:cubicBezTo>
                  <a:cubicBezTo>
                    <a:pt x="2378" y="3566"/>
                    <a:pt x="2707" y="3478"/>
                    <a:pt x="3003" y="3289"/>
                  </a:cubicBezTo>
                  <a:cubicBezTo>
                    <a:pt x="3803" y="2755"/>
                    <a:pt x="4070" y="1654"/>
                    <a:pt x="3536" y="820"/>
                  </a:cubicBezTo>
                  <a:cubicBezTo>
                    <a:pt x="3196" y="288"/>
                    <a:pt x="2625" y="1"/>
                    <a:pt x="203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" name="Google Shape;220;p42">
            <a:extLst>
              <a:ext uri="{FF2B5EF4-FFF2-40B4-BE49-F238E27FC236}">
                <a16:creationId xmlns:a16="http://schemas.microsoft.com/office/drawing/2014/main" id="{056BA96F-4FC4-CC74-BC88-16E7403ED2CB}"/>
              </a:ext>
            </a:extLst>
          </p:cNvPr>
          <p:cNvGrpSpPr/>
          <p:nvPr/>
        </p:nvGrpSpPr>
        <p:grpSpPr>
          <a:xfrm>
            <a:off x="8196838" y="3806125"/>
            <a:ext cx="467875" cy="467875"/>
            <a:chOff x="1853150" y="2459700"/>
            <a:chExt cx="467875" cy="467875"/>
          </a:xfrm>
        </p:grpSpPr>
        <p:sp>
          <p:nvSpPr>
            <p:cNvPr id="221" name="Google Shape;221;p42">
              <a:extLst>
                <a:ext uri="{FF2B5EF4-FFF2-40B4-BE49-F238E27FC236}">
                  <a16:creationId xmlns:a16="http://schemas.microsoft.com/office/drawing/2014/main" id="{47A4981C-F30C-BC50-0592-0DDE316078E0}"/>
                </a:ext>
              </a:extLst>
            </p:cNvPr>
            <p:cNvSpPr/>
            <p:nvPr/>
          </p:nvSpPr>
          <p:spPr>
            <a:xfrm>
              <a:off x="2087500" y="2459700"/>
              <a:ext cx="25" cy="134300"/>
            </a:xfrm>
            <a:custGeom>
              <a:avLst/>
              <a:gdLst/>
              <a:ahLst/>
              <a:cxnLst/>
              <a:rect l="l" t="t" r="r" b="b"/>
              <a:pathLst>
                <a:path w="1" h="5372" fill="none" extrusionOk="0">
                  <a:moveTo>
                    <a:pt x="0" y="1"/>
                  </a:moveTo>
                  <a:lnTo>
                    <a:pt x="0" y="537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42">
              <a:extLst>
                <a:ext uri="{FF2B5EF4-FFF2-40B4-BE49-F238E27FC236}">
                  <a16:creationId xmlns:a16="http://schemas.microsoft.com/office/drawing/2014/main" id="{330A5D5C-0334-E43A-4376-5F7B3B1E4629}"/>
                </a:ext>
              </a:extLst>
            </p:cNvPr>
            <p:cNvSpPr/>
            <p:nvPr/>
          </p:nvSpPr>
          <p:spPr>
            <a:xfrm>
              <a:off x="2157550" y="2528075"/>
              <a:ext cx="95100" cy="95100"/>
            </a:xfrm>
            <a:custGeom>
              <a:avLst/>
              <a:gdLst/>
              <a:ahLst/>
              <a:cxnLst/>
              <a:rect l="l" t="t" r="r" b="b"/>
              <a:pathLst>
                <a:path w="3804" h="3804" fill="none" extrusionOk="0">
                  <a:moveTo>
                    <a:pt x="3803" y="1"/>
                  </a:moveTo>
                  <a:lnTo>
                    <a:pt x="0" y="3804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42">
              <a:extLst>
                <a:ext uri="{FF2B5EF4-FFF2-40B4-BE49-F238E27FC236}">
                  <a16:creationId xmlns:a16="http://schemas.microsoft.com/office/drawing/2014/main" id="{0958F03C-374B-BAF7-B0B9-C57E2727D379}"/>
                </a:ext>
              </a:extLst>
            </p:cNvPr>
            <p:cNvSpPr/>
            <p:nvPr/>
          </p:nvSpPr>
          <p:spPr>
            <a:xfrm>
              <a:off x="2186725" y="2693200"/>
              <a:ext cx="134300" cy="25"/>
            </a:xfrm>
            <a:custGeom>
              <a:avLst/>
              <a:gdLst/>
              <a:ahLst/>
              <a:cxnLst/>
              <a:rect l="l" t="t" r="r" b="b"/>
              <a:pathLst>
                <a:path w="5372" h="1" fill="none" extrusionOk="0">
                  <a:moveTo>
                    <a:pt x="5371" y="1"/>
                  </a:moveTo>
                  <a:lnTo>
                    <a:pt x="1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42">
              <a:extLst>
                <a:ext uri="{FF2B5EF4-FFF2-40B4-BE49-F238E27FC236}">
                  <a16:creationId xmlns:a16="http://schemas.microsoft.com/office/drawing/2014/main" id="{12D87C8A-3870-563B-1F6C-CFCED7C05514}"/>
                </a:ext>
              </a:extLst>
            </p:cNvPr>
            <p:cNvSpPr/>
            <p:nvPr/>
          </p:nvSpPr>
          <p:spPr>
            <a:xfrm>
              <a:off x="2157550" y="2763250"/>
              <a:ext cx="95100" cy="95925"/>
            </a:xfrm>
            <a:custGeom>
              <a:avLst/>
              <a:gdLst/>
              <a:ahLst/>
              <a:cxnLst/>
              <a:rect l="l" t="t" r="r" b="b"/>
              <a:pathLst>
                <a:path w="3804" h="3837" fill="none" extrusionOk="0">
                  <a:moveTo>
                    <a:pt x="3803" y="3837"/>
                  </a:moveTo>
                  <a:lnTo>
                    <a:pt x="0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42">
              <a:extLst>
                <a:ext uri="{FF2B5EF4-FFF2-40B4-BE49-F238E27FC236}">
                  <a16:creationId xmlns:a16="http://schemas.microsoft.com/office/drawing/2014/main" id="{0BE9CCB9-15C6-BC1A-F0C6-C5F9E76E28E2}"/>
                </a:ext>
              </a:extLst>
            </p:cNvPr>
            <p:cNvSpPr/>
            <p:nvPr/>
          </p:nvSpPr>
          <p:spPr>
            <a:xfrm>
              <a:off x="2087500" y="2792450"/>
              <a:ext cx="25" cy="135125"/>
            </a:xfrm>
            <a:custGeom>
              <a:avLst/>
              <a:gdLst/>
              <a:ahLst/>
              <a:cxnLst/>
              <a:rect l="l" t="t" r="r" b="b"/>
              <a:pathLst>
                <a:path w="1" h="5405" fill="none" extrusionOk="0">
                  <a:moveTo>
                    <a:pt x="0" y="5404"/>
                  </a:moveTo>
                  <a:lnTo>
                    <a:pt x="0" y="0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42">
              <a:extLst>
                <a:ext uri="{FF2B5EF4-FFF2-40B4-BE49-F238E27FC236}">
                  <a16:creationId xmlns:a16="http://schemas.microsoft.com/office/drawing/2014/main" id="{949C99BE-6E29-9D1D-7C19-2401CDCDC85F}"/>
                </a:ext>
              </a:extLst>
            </p:cNvPr>
            <p:cNvSpPr/>
            <p:nvPr/>
          </p:nvSpPr>
          <p:spPr>
            <a:xfrm>
              <a:off x="1922375" y="2763250"/>
              <a:ext cx="95100" cy="95925"/>
            </a:xfrm>
            <a:custGeom>
              <a:avLst/>
              <a:gdLst/>
              <a:ahLst/>
              <a:cxnLst/>
              <a:rect l="l" t="t" r="r" b="b"/>
              <a:pathLst>
                <a:path w="3804" h="3837" fill="none" extrusionOk="0">
                  <a:moveTo>
                    <a:pt x="1" y="3837"/>
                  </a:moveTo>
                  <a:lnTo>
                    <a:pt x="3803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42">
              <a:extLst>
                <a:ext uri="{FF2B5EF4-FFF2-40B4-BE49-F238E27FC236}">
                  <a16:creationId xmlns:a16="http://schemas.microsoft.com/office/drawing/2014/main" id="{89146A90-0285-7A6C-889A-2588B5165CC2}"/>
                </a:ext>
              </a:extLst>
            </p:cNvPr>
            <p:cNvSpPr/>
            <p:nvPr/>
          </p:nvSpPr>
          <p:spPr>
            <a:xfrm>
              <a:off x="1853150" y="2693200"/>
              <a:ext cx="135125" cy="25"/>
            </a:xfrm>
            <a:custGeom>
              <a:avLst/>
              <a:gdLst/>
              <a:ahLst/>
              <a:cxnLst/>
              <a:rect l="l" t="t" r="r" b="b"/>
              <a:pathLst>
                <a:path w="5405" h="1" fill="none" extrusionOk="0">
                  <a:moveTo>
                    <a:pt x="1" y="1"/>
                  </a:moveTo>
                  <a:lnTo>
                    <a:pt x="5405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42">
              <a:extLst>
                <a:ext uri="{FF2B5EF4-FFF2-40B4-BE49-F238E27FC236}">
                  <a16:creationId xmlns:a16="http://schemas.microsoft.com/office/drawing/2014/main" id="{2A3F1636-010B-ED33-939E-45091D13D891}"/>
                </a:ext>
              </a:extLst>
            </p:cNvPr>
            <p:cNvSpPr/>
            <p:nvPr/>
          </p:nvSpPr>
          <p:spPr>
            <a:xfrm>
              <a:off x="1922375" y="2528075"/>
              <a:ext cx="95100" cy="95100"/>
            </a:xfrm>
            <a:custGeom>
              <a:avLst/>
              <a:gdLst/>
              <a:ahLst/>
              <a:cxnLst/>
              <a:rect l="l" t="t" r="r" b="b"/>
              <a:pathLst>
                <a:path w="3804" h="3804" fill="none" extrusionOk="0">
                  <a:moveTo>
                    <a:pt x="1" y="1"/>
                  </a:moveTo>
                  <a:lnTo>
                    <a:pt x="3803" y="3804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9" name="Google Shape;229;p42">
            <a:extLst>
              <a:ext uri="{FF2B5EF4-FFF2-40B4-BE49-F238E27FC236}">
                <a16:creationId xmlns:a16="http://schemas.microsoft.com/office/drawing/2014/main" id="{C7CA62CA-F997-03E1-C036-32F911F6DA27}"/>
              </a:ext>
            </a:extLst>
          </p:cNvPr>
          <p:cNvGrpSpPr/>
          <p:nvPr/>
        </p:nvGrpSpPr>
        <p:grpSpPr>
          <a:xfrm>
            <a:off x="774150" y="450050"/>
            <a:ext cx="467875" cy="467850"/>
            <a:chOff x="5425700" y="2807450"/>
            <a:chExt cx="467875" cy="467850"/>
          </a:xfrm>
        </p:grpSpPr>
        <p:sp>
          <p:nvSpPr>
            <p:cNvPr id="230" name="Google Shape;230;p42">
              <a:extLst>
                <a:ext uri="{FF2B5EF4-FFF2-40B4-BE49-F238E27FC236}">
                  <a16:creationId xmlns:a16="http://schemas.microsoft.com/office/drawing/2014/main" id="{A94DEEAB-FADB-A5DB-128D-FBBD0A4B04CC}"/>
                </a:ext>
              </a:extLst>
            </p:cNvPr>
            <p:cNvSpPr/>
            <p:nvPr/>
          </p:nvSpPr>
          <p:spPr>
            <a:xfrm>
              <a:off x="5660050" y="2807450"/>
              <a:ext cx="25" cy="134300"/>
            </a:xfrm>
            <a:custGeom>
              <a:avLst/>
              <a:gdLst/>
              <a:ahLst/>
              <a:cxnLst/>
              <a:rect l="l" t="t" r="r" b="b"/>
              <a:pathLst>
                <a:path w="1" h="5372" fill="none" extrusionOk="0">
                  <a:moveTo>
                    <a:pt x="0" y="1"/>
                  </a:moveTo>
                  <a:lnTo>
                    <a:pt x="0" y="537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42">
              <a:extLst>
                <a:ext uri="{FF2B5EF4-FFF2-40B4-BE49-F238E27FC236}">
                  <a16:creationId xmlns:a16="http://schemas.microsoft.com/office/drawing/2014/main" id="{442B0017-5F5C-E06F-CE6A-162ECB32AD19}"/>
                </a:ext>
              </a:extLst>
            </p:cNvPr>
            <p:cNvSpPr/>
            <p:nvPr/>
          </p:nvSpPr>
          <p:spPr>
            <a:xfrm>
              <a:off x="5730100" y="2875825"/>
              <a:ext cx="95100" cy="95100"/>
            </a:xfrm>
            <a:custGeom>
              <a:avLst/>
              <a:gdLst/>
              <a:ahLst/>
              <a:cxnLst/>
              <a:rect l="l" t="t" r="r" b="b"/>
              <a:pathLst>
                <a:path w="3804" h="3804" fill="none" extrusionOk="0">
                  <a:moveTo>
                    <a:pt x="3803" y="1"/>
                  </a:moveTo>
                  <a:lnTo>
                    <a:pt x="0" y="3804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42">
              <a:extLst>
                <a:ext uri="{FF2B5EF4-FFF2-40B4-BE49-F238E27FC236}">
                  <a16:creationId xmlns:a16="http://schemas.microsoft.com/office/drawing/2014/main" id="{26382A54-E0A3-C370-5A85-2B306DB6774F}"/>
                </a:ext>
              </a:extLst>
            </p:cNvPr>
            <p:cNvSpPr/>
            <p:nvPr/>
          </p:nvSpPr>
          <p:spPr>
            <a:xfrm>
              <a:off x="5759275" y="3040950"/>
              <a:ext cx="134300" cy="25"/>
            </a:xfrm>
            <a:custGeom>
              <a:avLst/>
              <a:gdLst/>
              <a:ahLst/>
              <a:cxnLst/>
              <a:rect l="l" t="t" r="r" b="b"/>
              <a:pathLst>
                <a:path w="5372" h="1" fill="none" extrusionOk="0">
                  <a:moveTo>
                    <a:pt x="5371" y="1"/>
                  </a:moveTo>
                  <a:lnTo>
                    <a:pt x="1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42">
              <a:extLst>
                <a:ext uri="{FF2B5EF4-FFF2-40B4-BE49-F238E27FC236}">
                  <a16:creationId xmlns:a16="http://schemas.microsoft.com/office/drawing/2014/main" id="{EFA46B22-0E39-4A90-73B9-06E9E477749F}"/>
                </a:ext>
              </a:extLst>
            </p:cNvPr>
            <p:cNvSpPr/>
            <p:nvPr/>
          </p:nvSpPr>
          <p:spPr>
            <a:xfrm>
              <a:off x="5730100" y="3111000"/>
              <a:ext cx="95100" cy="95925"/>
            </a:xfrm>
            <a:custGeom>
              <a:avLst/>
              <a:gdLst/>
              <a:ahLst/>
              <a:cxnLst/>
              <a:rect l="l" t="t" r="r" b="b"/>
              <a:pathLst>
                <a:path w="3804" h="3837" fill="none" extrusionOk="0">
                  <a:moveTo>
                    <a:pt x="3803" y="3837"/>
                  </a:moveTo>
                  <a:lnTo>
                    <a:pt x="0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42">
              <a:extLst>
                <a:ext uri="{FF2B5EF4-FFF2-40B4-BE49-F238E27FC236}">
                  <a16:creationId xmlns:a16="http://schemas.microsoft.com/office/drawing/2014/main" id="{9E4B734E-149C-6107-B835-F1BCD407A098}"/>
                </a:ext>
              </a:extLst>
            </p:cNvPr>
            <p:cNvSpPr/>
            <p:nvPr/>
          </p:nvSpPr>
          <p:spPr>
            <a:xfrm>
              <a:off x="5660050" y="3140200"/>
              <a:ext cx="25" cy="135100"/>
            </a:xfrm>
            <a:custGeom>
              <a:avLst/>
              <a:gdLst/>
              <a:ahLst/>
              <a:cxnLst/>
              <a:rect l="l" t="t" r="r" b="b"/>
              <a:pathLst>
                <a:path w="1" h="5404" fill="none" extrusionOk="0">
                  <a:moveTo>
                    <a:pt x="0" y="5404"/>
                  </a:moveTo>
                  <a:lnTo>
                    <a:pt x="0" y="0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42">
              <a:extLst>
                <a:ext uri="{FF2B5EF4-FFF2-40B4-BE49-F238E27FC236}">
                  <a16:creationId xmlns:a16="http://schemas.microsoft.com/office/drawing/2014/main" id="{72687C0F-2C81-35C3-3027-1FD66F3B752D}"/>
                </a:ext>
              </a:extLst>
            </p:cNvPr>
            <p:cNvSpPr/>
            <p:nvPr/>
          </p:nvSpPr>
          <p:spPr>
            <a:xfrm>
              <a:off x="5494100" y="3111000"/>
              <a:ext cx="95925" cy="95925"/>
            </a:xfrm>
            <a:custGeom>
              <a:avLst/>
              <a:gdLst/>
              <a:ahLst/>
              <a:cxnLst/>
              <a:rect l="l" t="t" r="r" b="b"/>
              <a:pathLst>
                <a:path w="3837" h="3837" fill="none" extrusionOk="0">
                  <a:moveTo>
                    <a:pt x="0" y="3837"/>
                  </a:moveTo>
                  <a:lnTo>
                    <a:pt x="3836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42">
              <a:extLst>
                <a:ext uri="{FF2B5EF4-FFF2-40B4-BE49-F238E27FC236}">
                  <a16:creationId xmlns:a16="http://schemas.microsoft.com/office/drawing/2014/main" id="{AFA2094B-E645-D60A-3E29-1A4E6817C954}"/>
                </a:ext>
              </a:extLst>
            </p:cNvPr>
            <p:cNvSpPr/>
            <p:nvPr/>
          </p:nvSpPr>
          <p:spPr>
            <a:xfrm>
              <a:off x="5425700" y="3040950"/>
              <a:ext cx="135125" cy="25"/>
            </a:xfrm>
            <a:custGeom>
              <a:avLst/>
              <a:gdLst/>
              <a:ahLst/>
              <a:cxnLst/>
              <a:rect l="l" t="t" r="r" b="b"/>
              <a:pathLst>
                <a:path w="5405" h="1" fill="none" extrusionOk="0">
                  <a:moveTo>
                    <a:pt x="1" y="1"/>
                  </a:moveTo>
                  <a:lnTo>
                    <a:pt x="5405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42">
              <a:extLst>
                <a:ext uri="{FF2B5EF4-FFF2-40B4-BE49-F238E27FC236}">
                  <a16:creationId xmlns:a16="http://schemas.microsoft.com/office/drawing/2014/main" id="{F81815D8-2EF1-536A-73A4-A14471432C7B}"/>
                </a:ext>
              </a:extLst>
            </p:cNvPr>
            <p:cNvSpPr/>
            <p:nvPr/>
          </p:nvSpPr>
          <p:spPr>
            <a:xfrm>
              <a:off x="5494100" y="2875825"/>
              <a:ext cx="95925" cy="95100"/>
            </a:xfrm>
            <a:custGeom>
              <a:avLst/>
              <a:gdLst/>
              <a:ahLst/>
              <a:cxnLst/>
              <a:rect l="l" t="t" r="r" b="b"/>
              <a:pathLst>
                <a:path w="3837" h="3804" fill="none" extrusionOk="0">
                  <a:moveTo>
                    <a:pt x="0" y="1"/>
                  </a:moveTo>
                  <a:lnTo>
                    <a:pt x="3836" y="3804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Subtitle 1">
            <a:extLst>
              <a:ext uri="{FF2B5EF4-FFF2-40B4-BE49-F238E27FC236}">
                <a16:creationId xmlns:a16="http://schemas.microsoft.com/office/drawing/2014/main" id="{BC31DBE9-4CBE-0A5F-4BDC-49DA180009D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040188" y="1776413"/>
            <a:ext cx="3916457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defTabSz="914400" eaLnBrk="0" fontAlgn="base" latinLnBrk="0" hangingPunct="0">
              <a:buFont typeface="Wingdings" panose="05000000000000000000" pitchFamily="2" charset="2"/>
              <a:buChar char="Ø"/>
              <a:tabLst/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</a:rPr>
              <a:t>Frontend</a:t>
            </a:r>
          </a:p>
          <a:p>
            <a:pPr lvl="1" algn="l" eaLnBrk="0" fontAlgn="base" hangingPunct="0">
              <a:buFont typeface="Wingdings" panose="05000000000000000000" pitchFamily="2" charset="2"/>
              <a:buChar char="Ø"/>
            </a:pPr>
            <a:r>
              <a:rPr lang="en-US" altLang="en-US" dirty="0"/>
              <a:t>React.js and Bootstrap</a:t>
            </a:r>
          </a:p>
          <a:p>
            <a:pPr lvl="0" algn="l" defTabSz="914400" eaLnBrk="0" fontAlgn="base" latinLnBrk="0" hangingPunct="0">
              <a:buFont typeface="Wingdings" panose="05000000000000000000" pitchFamily="2" charset="2"/>
              <a:buChar char="Ø"/>
              <a:tabLst/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</a:rPr>
              <a:t>Backend</a:t>
            </a:r>
          </a:p>
          <a:p>
            <a:pPr lvl="1" algn="l" eaLnBrk="0" fontAlgn="base" hangingPunct="0">
              <a:buFont typeface="Wingdings" panose="05000000000000000000" pitchFamily="2" charset="2"/>
              <a:buChar char="Ø"/>
            </a:pPr>
            <a:r>
              <a:rPr lang="en-US" altLang="en-US" dirty="0"/>
              <a:t>Spring Boot with RESTful </a:t>
            </a:r>
            <a:r>
              <a:rPr lang="en-US" altLang="en-US" dirty="0" smtClean="0"/>
              <a:t>APIs</a:t>
            </a:r>
          </a:p>
          <a:p>
            <a:pPr lvl="0" algn="l" defTabSz="914400" eaLnBrk="0" fontAlgn="base" latinLnBrk="0" hangingPunct="0">
              <a:buFont typeface="Wingdings" panose="05000000000000000000" pitchFamily="2" charset="2"/>
              <a:buChar char="Ø"/>
              <a:tabLst/>
            </a:pPr>
            <a:r>
              <a:rPr lang="en-US" altLang="en-US" dirty="0" smtClean="0">
                <a:solidFill>
                  <a:schemeClr val="bg1">
                    <a:lumMod val="75000"/>
                  </a:schemeClr>
                </a:solidFill>
              </a:rPr>
              <a:t>Database</a:t>
            </a:r>
          </a:p>
          <a:p>
            <a:pPr marL="882650" lvl="2" indent="-285750" algn="l" eaLnBrk="0" fontAlgn="base" hangingPunct="0">
              <a:buSzPct val="100000"/>
              <a:buFont typeface="Wingdings" panose="05000000000000000000" pitchFamily="2" charset="2"/>
              <a:buChar char="Ø"/>
            </a:pPr>
            <a:r>
              <a:rPr lang="en-US" altLang="en-US" dirty="0" smtClean="0"/>
              <a:t>MySQL </a:t>
            </a:r>
            <a:r>
              <a:rPr lang="en-US" altLang="en-US" dirty="0"/>
              <a:t>for records</a:t>
            </a:r>
          </a:p>
          <a:p>
            <a:pPr lvl="0" algn="l" defTabSz="914400" eaLnBrk="0" fontAlgn="base" latinLnBrk="0" hangingPunct="0">
              <a:buFont typeface="Wingdings" panose="05000000000000000000" pitchFamily="2" charset="2"/>
              <a:buChar char="Ø"/>
              <a:tabLst/>
            </a:pPr>
            <a:r>
              <a:rPr lang="en-US" altLang="en-US" dirty="0" smtClean="0">
                <a:solidFill>
                  <a:schemeClr val="bg1">
                    <a:lumMod val="75000"/>
                  </a:schemeClr>
                </a:solidFill>
              </a:rPr>
              <a:t>Security</a:t>
            </a:r>
            <a:endParaRPr lang="en-US" altLang="en-US" dirty="0">
              <a:solidFill>
                <a:schemeClr val="bg1">
                  <a:lumMod val="75000"/>
                </a:schemeClr>
              </a:solidFill>
            </a:endParaRPr>
          </a:p>
          <a:p>
            <a:pPr marL="914400" lvl="2" algn="l" eaLnBrk="0" fontAlgn="base" hangingPunct="0">
              <a:buSzPct val="100000"/>
              <a:buFont typeface="Wingdings" panose="05000000000000000000" pitchFamily="2" charset="2"/>
              <a:buChar char="Ø"/>
            </a:pPr>
            <a:r>
              <a:rPr lang="en-US" altLang="en-US" dirty="0" smtClean="0"/>
              <a:t>JWT-based authentication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08FE1C8-75FC-1C40-6F08-530F4AE31F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-16754" y="1459258"/>
            <a:ext cx="4222113" cy="281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0240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p6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Project Timeline</a:t>
            </a:r>
            <a:endParaRPr dirty="0"/>
          </a:p>
        </p:txBody>
      </p:sp>
      <p:sp>
        <p:nvSpPr>
          <p:cNvPr id="1353" name="Google Shape;1353;p66"/>
          <p:cNvSpPr txBox="1">
            <a:spLocks noGrp="1"/>
          </p:cNvSpPr>
          <p:nvPr>
            <p:ph type="title" idx="4294967295"/>
          </p:nvPr>
        </p:nvSpPr>
        <p:spPr>
          <a:xfrm>
            <a:off x="6949075" y="3306473"/>
            <a:ext cx="1322096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IN" sz="1600" dirty="0"/>
              <a:t>Weeks 7–8</a:t>
            </a:r>
            <a:endParaRPr sz="1600" dirty="0"/>
          </a:p>
        </p:txBody>
      </p:sp>
      <p:sp>
        <p:nvSpPr>
          <p:cNvPr id="1354" name="Google Shape;1354;p66"/>
          <p:cNvSpPr txBox="1">
            <a:spLocks noGrp="1"/>
          </p:cNvSpPr>
          <p:nvPr>
            <p:ph type="subTitle" idx="4294967295"/>
          </p:nvPr>
        </p:nvSpPr>
        <p:spPr>
          <a:xfrm>
            <a:off x="6943849" y="3630849"/>
            <a:ext cx="1924072" cy="62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IN" dirty="0"/>
              <a:t>Testing &amp; Documentation</a:t>
            </a:r>
          </a:p>
          <a:p>
            <a:pPr marL="139700" indent="0">
              <a:buNone/>
            </a:pPr>
            <a:endParaRPr sz="1400" dirty="0"/>
          </a:p>
        </p:txBody>
      </p:sp>
      <p:sp>
        <p:nvSpPr>
          <p:cNvPr id="1355" name="Google Shape;1355;p66"/>
          <p:cNvSpPr txBox="1">
            <a:spLocks noGrp="1"/>
          </p:cNvSpPr>
          <p:nvPr>
            <p:ph type="title" idx="4294967295"/>
          </p:nvPr>
        </p:nvSpPr>
        <p:spPr>
          <a:xfrm>
            <a:off x="4922750" y="3300080"/>
            <a:ext cx="13600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IN" sz="1600" dirty="0"/>
              <a:t>Weeks 5–6</a:t>
            </a:r>
            <a:endParaRPr sz="1600" dirty="0"/>
          </a:p>
        </p:txBody>
      </p:sp>
      <p:sp>
        <p:nvSpPr>
          <p:cNvPr id="1356" name="Google Shape;1356;p66"/>
          <p:cNvSpPr txBox="1">
            <a:spLocks noGrp="1"/>
          </p:cNvSpPr>
          <p:nvPr>
            <p:ph type="subTitle" idx="4294967295"/>
          </p:nvPr>
        </p:nvSpPr>
        <p:spPr>
          <a:xfrm>
            <a:off x="4724802" y="3643899"/>
            <a:ext cx="1811400" cy="62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IN" dirty="0"/>
              <a:t>Admin &amp; Collector Dashboards</a:t>
            </a:r>
          </a:p>
          <a:p>
            <a:pPr marL="139700" indent="0">
              <a:buNone/>
            </a:pPr>
            <a:endParaRPr sz="1400" dirty="0"/>
          </a:p>
        </p:txBody>
      </p:sp>
      <p:sp>
        <p:nvSpPr>
          <p:cNvPr id="1357" name="Google Shape;1357;p66"/>
          <p:cNvSpPr txBox="1">
            <a:spLocks noGrp="1"/>
          </p:cNvSpPr>
          <p:nvPr>
            <p:ph type="title" idx="4294967295"/>
          </p:nvPr>
        </p:nvSpPr>
        <p:spPr>
          <a:xfrm>
            <a:off x="3007093" y="3300080"/>
            <a:ext cx="13600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IN" sz="1600" dirty="0"/>
              <a:t>Weeks 3–4</a:t>
            </a:r>
            <a:endParaRPr sz="2300" dirty="0"/>
          </a:p>
        </p:txBody>
      </p:sp>
      <p:sp>
        <p:nvSpPr>
          <p:cNvPr id="1358" name="Google Shape;1358;p66"/>
          <p:cNvSpPr txBox="1">
            <a:spLocks noGrp="1"/>
          </p:cNvSpPr>
          <p:nvPr>
            <p:ph type="subTitle" idx="4294967295"/>
          </p:nvPr>
        </p:nvSpPr>
        <p:spPr>
          <a:xfrm>
            <a:off x="2837011" y="3630849"/>
            <a:ext cx="1811400" cy="3857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IN" dirty="0"/>
              <a:t>Request Module</a:t>
            </a:r>
            <a:br>
              <a:rPr lang="en-IN" dirty="0"/>
            </a:br>
            <a:endParaRPr sz="1400" dirty="0"/>
          </a:p>
        </p:txBody>
      </p:sp>
      <p:sp>
        <p:nvSpPr>
          <p:cNvPr id="1359" name="Google Shape;1359;p66"/>
          <p:cNvSpPr txBox="1">
            <a:spLocks noGrp="1"/>
          </p:cNvSpPr>
          <p:nvPr>
            <p:ph type="title" idx="4294967295"/>
          </p:nvPr>
        </p:nvSpPr>
        <p:spPr>
          <a:xfrm>
            <a:off x="1028536" y="3280933"/>
            <a:ext cx="13600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IN" sz="1600" dirty="0"/>
              <a:t>Weeks 1–2</a:t>
            </a:r>
            <a:endParaRPr sz="1100" dirty="0"/>
          </a:p>
        </p:txBody>
      </p:sp>
      <p:sp>
        <p:nvSpPr>
          <p:cNvPr id="1360" name="Google Shape;1360;p66"/>
          <p:cNvSpPr txBox="1">
            <a:spLocks noGrp="1"/>
          </p:cNvSpPr>
          <p:nvPr>
            <p:ph type="subTitle" idx="4294967295"/>
          </p:nvPr>
        </p:nvSpPr>
        <p:spPr>
          <a:xfrm>
            <a:off x="872829" y="3601002"/>
            <a:ext cx="1811400" cy="62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IN" dirty="0"/>
              <a:t>Authentication &amp; User Profiles</a:t>
            </a:r>
          </a:p>
          <a:p>
            <a:pPr marL="139700" indent="0">
              <a:buNone/>
            </a:pPr>
            <a:endParaRPr sz="1400" dirty="0"/>
          </a:p>
        </p:txBody>
      </p:sp>
      <p:sp>
        <p:nvSpPr>
          <p:cNvPr id="1361" name="Google Shape;1361;p66"/>
          <p:cNvSpPr txBox="1">
            <a:spLocks noGrp="1"/>
          </p:cNvSpPr>
          <p:nvPr>
            <p:ph type="title" idx="4294967295"/>
          </p:nvPr>
        </p:nvSpPr>
        <p:spPr>
          <a:xfrm>
            <a:off x="3065549" y="1734350"/>
            <a:ext cx="30129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E-Waste</a:t>
            </a:r>
            <a:endParaRPr sz="2400"/>
          </a:p>
        </p:txBody>
      </p:sp>
      <p:cxnSp>
        <p:nvCxnSpPr>
          <p:cNvPr id="1362" name="Google Shape;1362;p66"/>
          <p:cNvCxnSpPr>
            <a:stCxn id="1361" idx="2"/>
            <a:endCxn id="1363" idx="0"/>
          </p:cNvCxnSpPr>
          <p:nvPr/>
        </p:nvCxnSpPr>
        <p:spPr>
          <a:xfrm rot="5400000">
            <a:off x="2802899" y="1014350"/>
            <a:ext cx="591900" cy="2946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4" name="Google Shape;1364;p66"/>
          <p:cNvCxnSpPr>
            <a:stCxn id="1361" idx="2"/>
            <a:endCxn id="1365" idx="0"/>
          </p:cNvCxnSpPr>
          <p:nvPr/>
        </p:nvCxnSpPr>
        <p:spPr>
          <a:xfrm rot="5400000">
            <a:off x="3784949" y="1996400"/>
            <a:ext cx="591900" cy="9822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6" name="Google Shape;1366;p66"/>
          <p:cNvCxnSpPr>
            <a:stCxn id="1361" idx="2"/>
            <a:endCxn id="1367" idx="0"/>
          </p:cNvCxnSpPr>
          <p:nvPr/>
        </p:nvCxnSpPr>
        <p:spPr>
          <a:xfrm rot="-5400000" flipH="1">
            <a:off x="4767149" y="1996400"/>
            <a:ext cx="591900" cy="9822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8" name="Google Shape;1368;p66"/>
          <p:cNvCxnSpPr>
            <a:stCxn id="1361" idx="2"/>
            <a:endCxn id="1369" idx="0"/>
          </p:cNvCxnSpPr>
          <p:nvPr/>
        </p:nvCxnSpPr>
        <p:spPr>
          <a:xfrm rot="-5400000" flipH="1">
            <a:off x="5749199" y="1014350"/>
            <a:ext cx="591900" cy="2946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70" name="Google Shape;1370;p66"/>
          <p:cNvGrpSpPr/>
          <p:nvPr/>
        </p:nvGrpSpPr>
        <p:grpSpPr>
          <a:xfrm>
            <a:off x="3315575" y="2783448"/>
            <a:ext cx="548700" cy="548700"/>
            <a:chOff x="3315575" y="2783448"/>
            <a:chExt cx="548700" cy="548700"/>
          </a:xfrm>
        </p:grpSpPr>
        <p:sp>
          <p:nvSpPr>
            <p:cNvPr id="1365" name="Google Shape;1365;p66"/>
            <p:cNvSpPr/>
            <p:nvPr/>
          </p:nvSpPr>
          <p:spPr>
            <a:xfrm>
              <a:off x="3315575" y="2783448"/>
              <a:ext cx="548700" cy="54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naheim"/>
                <a:ea typeface="Anaheim"/>
                <a:cs typeface="Anaheim"/>
                <a:sym typeface="Anaheim"/>
              </a:endParaRPr>
            </a:p>
          </p:txBody>
        </p:sp>
        <p:sp>
          <p:nvSpPr>
            <p:cNvPr id="1371" name="Google Shape;1371;p66"/>
            <p:cNvSpPr/>
            <p:nvPr/>
          </p:nvSpPr>
          <p:spPr>
            <a:xfrm>
              <a:off x="3407050" y="2874920"/>
              <a:ext cx="365764" cy="365757"/>
            </a:xfrm>
            <a:custGeom>
              <a:avLst/>
              <a:gdLst/>
              <a:ahLst/>
              <a:cxnLst/>
              <a:rect l="l" t="t" r="r" b="b"/>
              <a:pathLst>
                <a:path w="8812" h="8788" extrusionOk="0">
                  <a:moveTo>
                    <a:pt x="1310" y="3620"/>
                  </a:moveTo>
                  <a:cubicBezTo>
                    <a:pt x="1453" y="3620"/>
                    <a:pt x="1572" y="3739"/>
                    <a:pt x="1572" y="3882"/>
                  </a:cubicBezTo>
                  <a:cubicBezTo>
                    <a:pt x="1572" y="4025"/>
                    <a:pt x="1453" y="4120"/>
                    <a:pt x="1310" y="4120"/>
                  </a:cubicBezTo>
                  <a:lnTo>
                    <a:pt x="524" y="4120"/>
                  </a:lnTo>
                  <a:cubicBezTo>
                    <a:pt x="548" y="3953"/>
                    <a:pt x="572" y="3786"/>
                    <a:pt x="596" y="3620"/>
                  </a:cubicBezTo>
                  <a:close/>
                  <a:moveTo>
                    <a:pt x="4144" y="524"/>
                  </a:moveTo>
                  <a:lnTo>
                    <a:pt x="4144" y="4144"/>
                  </a:lnTo>
                  <a:lnTo>
                    <a:pt x="3382" y="4144"/>
                  </a:lnTo>
                  <a:cubicBezTo>
                    <a:pt x="2954" y="4144"/>
                    <a:pt x="2596" y="4477"/>
                    <a:pt x="2596" y="4906"/>
                  </a:cubicBezTo>
                  <a:cubicBezTo>
                    <a:pt x="2596" y="5049"/>
                    <a:pt x="2477" y="5168"/>
                    <a:pt x="2334" y="5168"/>
                  </a:cubicBezTo>
                  <a:lnTo>
                    <a:pt x="596" y="5168"/>
                  </a:lnTo>
                  <a:cubicBezTo>
                    <a:pt x="572" y="5001"/>
                    <a:pt x="548" y="4834"/>
                    <a:pt x="524" y="4644"/>
                  </a:cubicBezTo>
                  <a:lnTo>
                    <a:pt x="1310" y="4644"/>
                  </a:lnTo>
                  <a:cubicBezTo>
                    <a:pt x="1739" y="4644"/>
                    <a:pt x="2072" y="4310"/>
                    <a:pt x="2072" y="3882"/>
                  </a:cubicBezTo>
                  <a:cubicBezTo>
                    <a:pt x="2072" y="3453"/>
                    <a:pt x="1739" y="3096"/>
                    <a:pt x="1310" y="3096"/>
                  </a:cubicBezTo>
                  <a:lnTo>
                    <a:pt x="739" y="3096"/>
                  </a:lnTo>
                  <a:cubicBezTo>
                    <a:pt x="929" y="2548"/>
                    <a:pt x="1239" y="2072"/>
                    <a:pt x="1668" y="1643"/>
                  </a:cubicBezTo>
                  <a:cubicBezTo>
                    <a:pt x="2334" y="976"/>
                    <a:pt x="3215" y="572"/>
                    <a:pt x="4144" y="524"/>
                  </a:cubicBezTo>
                  <a:close/>
                  <a:moveTo>
                    <a:pt x="4930" y="2572"/>
                  </a:moveTo>
                  <a:cubicBezTo>
                    <a:pt x="5930" y="2572"/>
                    <a:pt x="6740" y="3382"/>
                    <a:pt x="6740" y="4382"/>
                  </a:cubicBezTo>
                  <a:cubicBezTo>
                    <a:pt x="6740" y="5382"/>
                    <a:pt x="5930" y="6192"/>
                    <a:pt x="4930" y="6192"/>
                  </a:cubicBezTo>
                  <a:lnTo>
                    <a:pt x="4668" y="6192"/>
                  </a:lnTo>
                  <a:lnTo>
                    <a:pt x="4668" y="2596"/>
                  </a:lnTo>
                  <a:cubicBezTo>
                    <a:pt x="4763" y="2572"/>
                    <a:pt x="4835" y="2572"/>
                    <a:pt x="4930" y="2572"/>
                  </a:cubicBezTo>
                  <a:close/>
                  <a:moveTo>
                    <a:pt x="5216" y="1024"/>
                  </a:moveTo>
                  <a:lnTo>
                    <a:pt x="5287" y="1548"/>
                  </a:lnTo>
                  <a:cubicBezTo>
                    <a:pt x="5525" y="1596"/>
                    <a:pt x="5787" y="1667"/>
                    <a:pt x="6026" y="1762"/>
                  </a:cubicBezTo>
                  <a:lnTo>
                    <a:pt x="6359" y="1334"/>
                  </a:lnTo>
                  <a:lnTo>
                    <a:pt x="6859" y="1619"/>
                  </a:lnTo>
                  <a:lnTo>
                    <a:pt x="6669" y="2119"/>
                  </a:lnTo>
                  <a:cubicBezTo>
                    <a:pt x="6835" y="2262"/>
                    <a:pt x="7026" y="2453"/>
                    <a:pt x="7192" y="2643"/>
                  </a:cubicBezTo>
                  <a:lnTo>
                    <a:pt x="7693" y="2453"/>
                  </a:lnTo>
                  <a:lnTo>
                    <a:pt x="7978" y="2953"/>
                  </a:lnTo>
                  <a:lnTo>
                    <a:pt x="7574" y="3286"/>
                  </a:lnTo>
                  <a:cubicBezTo>
                    <a:pt x="7645" y="3501"/>
                    <a:pt x="7716" y="3763"/>
                    <a:pt x="7764" y="4025"/>
                  </a:cubicBezTo>
                  <a:lnTo>
                    <a:pt x="8288" y="4096"/>
                  </a:lnTo>
                  <a:lnTo>
                    <a:pt x="8288" y="4691"/>
                  </a:lnTo>
                  <a:lnTo>
                    <a:pt x="7764" y="4763"/>
                  </a:lnTo>
                  <a:cubicBezTo>
                    <a:pt x="7716" y="5001"/>
                    <a:pt x="7645" y="5263"/>
                    <a:pt x="7574" y="5477"/>
                  </a:cubicBezTo>
                  <a:lnTo>
                    <a:pt x="7978" y="5811"/>
                  </a:lnTo>
                  <a:lnTo>
                    <a:pt x="7693" y="6335"/>
                  </a:lnTo>
                  <a:lnTo>
                    <a:pt x="7192" y="6120"/>
                  </a:lnTo>
                  <a:cubicBezTo>
                    <a:pt x="7050" y="6311"/>
                    <a:pt x="6859" y="6501"/>
                    <a:pt x="6669" y="6644"/>
                  </a:cubicBezTo>
                  <a:lnTo>
                    <a:pt x="6859" y="7168"/>
                  </a:lnTo>
                  <a:lnTo>
                    <a:pt x="6359" y="7454"/>
                  </a:lnTo>
                  <a:lnTo>
                    <a:pt x="6026" y="7025"/>
                  </a:lnTo>
                  <a:cubicBezTo>
                    <a:pt x="5811" y="7097"/>
                    <a:pt x="5549" y="7168"/>
                    <a:pt x="5287" y="7216"/>
                  </a:cubicBezTo>
                  <a:lnTo>
                    <a:pt x="5216" y="7763"/>
                  </a:lnTo>
                  <a:lnTo>
                    <a:pt x="4668" y="7763"/>
                  </a:lnTo>
                  <a:lnTo>
                    <a:pt x="4668" y="6692"/>
                  </a:lnTo>
                  <a:cubicBezTo>
                    <a:pt x="4763" y="6716"/>
                    <a:pt x="4835" y="6716"/>
                    <a:pt x="4930" y="6716"/>
                  </a:cubicBezTo>
                  <a:cubicBezTo>
                    <a:pt x="6216" y="6716"/>
                    <a:pt x="7264" y="5668"/>
                    <a:pt x="7264" y="4382"/>
                  </a:cubicBezTo>
                  <a:cubicBezTo>
                    <a:pt x="7264" y="3096"/>
                    <a:pt x="6216" y="2072"/>
                    <a:pt x="4930" y="2072"/>
                  </a:cubicBezTo>
                  <a:lnTo>
                    <a:pt x="4668" y="2072"/>
                  </a:lnTo>
                  <a:lnTo>
                    <a:pt x="4668" y="1024"/>
                  </a:lnTo>
                  <a:close/>
                  <a:moveTo>
                    <a:pt x="4144" y="4644"/>
                  </a:moveTo>
                  <a:lnTo>
                    <a:pt x="4144" y="7240"/>
                  </a:lnTo>
                  <a:lnTo>
                    <a:pt x="3882" y="7240"/>
                  </a:lnTo>
                  <a:cubicBezTo>
                    <a:pt x="3501" y="7240"/>
                    <a:pt x="3096" y="7597"/>
                    <a:pt x="3120" y="8002"/>
                  </a:cubicBezTo>
                  <a:lnTo>
                    <a:pt x="3120" y="8049"/>
                  </a:lnTo>
                  <a:cubicBezTo>
                    <a:pt x="2572" y="7859"/>
                    <a:pt x="2072" y="7549"/>
                    <a:pt x="1668" y="7144"/>
                  </a:cubicBezTo>
                  <a:cubicBezTo>
                    <a:pt x="1239" y="6716"/>
                    <a:pt x="929" y="6216"/>
                    <a:pt x="739" y="5692"/>
                  </a:cubicBezTo>
                  <a:lnTo>
                    <a:pt x="2334" y="5692"/>
                  </a:lnTo>
                  <a:cubicBezTo>
                    <a:pt x="2763" y="5692"/>
                    <a:pt x="3120" y="5334"/>
                    <a:pt x="3120" y="4906"/>
                  </a:cubicBezTo>
                  <a:cubicBezTo>
                    <a:pt x="3120" y="4763"/>
                    <a:pt x="3239" y="4644"/>
                    <a:pt x="3382" y="4644"/>
                  </a:cubicBezTo>
                  <a:close/>
                  <a:moveTo>
                    <a:pt x="4144" y="7763"/>
                  </a:moveTo>
                  <a:lnTo>
                    <a:pt x="4144" y="8264"/>
                  </a:lnTo>
                  <a:cubicBezTo>
                    <a:pt x="3978" y="8264"/>
                    <a:pt x="3811" y="8240"/>
                    <a:pt x="3644" y="8192"/>
                  </a:cubicBezTo>
                  <a:lnTo>
                    <a:pt x="3644" y="8002"/>
                  </a:lnTo>
                  <a:cubicBezTo>
                    <a:pt x="3620" y="7883"/>
                    <a:pt x="3739" y="7763"/>
                    <a:pt x="3882" y="7763"/>
                  </a:cubicBezTo>
                  <a:close/>
                  <a:moveTo>
                    <a:pt x="4406" y="0"/>
                  </a:moveTo>
                  <a:cubicBezTo>
                    <a:pt x="3239" y="0"/>
                    <a:pt x="2120" y="452"/>
                    <a:pt x="1310" y="1286"/>
                  </a:cubicBezTo>
                  <a:cubicBezTo>
                    <a:pt x="477" y="2119"/>
                    <a:pt x="1" y="3215"/>
                    <a:pt x="1" y="4382"/>
                  </a:cubicBezTo>
                  <a:cubicBezTo>
                    <a:pt x="1" y="5573"/>
                    <a:pt x="477" y="6668"/>
                    <a:pt x="1310" y="7502"/>
                  </a:cubicBezTo>
                  <a:cubicBezTo>
                    <a:pt x="2120" y="8335"/>
                    <a:pt x="3239" y="8788"/>
                    <a:pt x="4406" y="8788"/>
                  </a:cubicBezTo>
                  <a:lnTo>
                    <a:pt x="4668" y="8788"/>
                  </a:lnTo>
                  <a:lnTo>
                    <a:pt x="4668" y="8264"/>
                  </a:lnTo>
                  <a:lnTo>
                    <a:pt x="5668" y="8264"/>
                  </a:lnTo>
                  <a:lnTo>
                    <a:pt x="5764" y="7644"/>
                  </a:lnTo>
                  <a:cubicBezTo>
                    <a:pt x="5787" y="7644"/>
                    <a:pt x="5811" y="7644"/>
                    <a:pt x="5835" y="7621"/>
                  </a:cubicBezTo>
                  <a:lnTo>
                    <a:pt x="6216" y="8121"/>
                  </a:lnTo>
                  <a:lnTo>
                    <a:pt x="7502" y="7382"/>
                  </a:lnTo>
                  <a:lnTo>
                    <a:pt x="7288" y="6787"/>
                  </a:lnTo>
                  <a:cubicBezTo>
                    <a:pt x="7288" y="6787"/>
                    <a:pt x="7312" y="6763"/>
                    <a:pt x="7335" y="6739"/>
                  </a:cubicBezTo>
                  <a:lnTo>
                    <a:pt x="7907" y="6978"/>
                  </a:lnTo>
                  <a:lnTo>
                    <a:pt x="8669" y="5692"/>
                  </a:lnTo>
                  <a:lnTo>
                    <a:pt x="8169" y="5311"/>
                  </a:lnTo>
                  <a:cubicBezTo>
                    <a:pt x="8169" y="5287"/>
                    <a:pt x="8193" y="5239"/>
                    <a:pt x="8193" y="5215"/>
                  </a:cubicBezTo>
                  <a:lnTo>
                    <a:pt x="8812" y="5120"/>
                  </a:lnTo>
                  <a:lnTo>
                    <a:pt x="8812" y="3644"/>
                  </a:lnTo>
                  <a:lnTo>
                    <a:pt x="8193" y="3548"/>
                  </a:lnTo>
                  <a:cubicBezTo>
                    <a:pt x="8193" y="3525"/>
                    <a:pt x="8169" y="3501"/>
                    <a:pt x="8169" y="3477"/>
                  </a:cubicBezTo>
                  <a:lnTo>
                    <a:pt x="8669" y="3096"/>
                  </a:lnTo>
                  <a:lnTo>
                    <a:pt x="7907" y="1810"/>
                  </a:lnTo>
                  <a:lnTo>
                    <a:pt x="7335" y="2048"/>
                  </a:lnTo>
                  <a:cubicBezTo>
                    <a:pt x="7312" y="2024"/>
                    <a:pt x="7288" y="2000"/>
                    <a:pt x="7288" y="1977"/>
                  </a:cubicBezTo>
                  <a:lnTo>
                    <a:pt x="7502" y="1405"/>
                  </a:lnTo>
                  <a:lnTo>
                    <a:pt x="6216" y="667"/>
                  </a:lnTo>
                  <a:lnTo>
                    <a:pt x="5835" y="1143"/>
                  </a:lnTo>
                  <a:cubicBezTo>
                    <a:pt x="5811" y="1143"/>
                    <a:pt x="5787" y="1143"/>
                    <a:pt x="5764" y="1119"/>
                  </a:cubicBezTo>
                  <a:lnTo>
                    <a:pt x="5668" y="500"/>
                  </a:lnTo>
                  <a:lnTo>
                    <a:pt x="4668" y="500"/>
                  </a:lnTo>
                  <a:lnTo>
                    <a:pt x="466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2" name="Google Shape;1372;p66"/>
          <p:cNvGrpSpPr/>
          <p:nvPr/>
        </p:nvGrpSpPr>
        <p:grpSpPr>
          <a:xfrm>
            <a:off x="5279750" y="2783448"/>
            <a:ext cx="548700" cy="548700"/>
            <a:chOff x="5279750" y="2783448"/>
            <a:chExt cx="548700" cy="548700"/>
          </a:xfrm>
        </p:grpSpPr>
        <p:sp>
          <p:nvSpPr>
            <p:cNvPr id="1367" name="Google Shape;1367;p66"/>
            <p:cNvSpPr/>
            <p:nvPr/>
          </p:nvSpPr>
          <p:spPr>
            <a:xfrm>
              <a:off x="5279750" y="2783448"/>
              <a:ext cx="548700" cy="54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naheim"/>
                <a:ea typeface="Anaheim"/>
                <a:cs typeface="Anaheim"/>
                <a:sym typeface="Anaheim"/>
              </a:endParaRPr>
            </a:p>
          </p:txBody>
        </p:sp>
        <p:grpSp>
          <p:nvGrpSpPr>
            <p:cNvPr id="1373" name="Google Shape;1373;p66"/>
            <p:cNvGrpSpPr/>
            <p:nvPr/>
          </p:nvGrpSpPr>
          <p:grpSpPr>
            <a:xfrm>
              <a:off x="5371217" y="2862630"/>
              <a:ext cx="365756" cy="336099"/>
              <a:chOff x="2851750" y="3027475"/>
              <a:chExt cx="239950" cy="219100"/>
            </a:xfrm>
          </p:grpSpPr>
          <p:sp>
            <p:nvSpPr>
              <p:cNvPr id="1374" name="Google Shape;1374;p66"/>
              <p:cNvSpPr/>
              <p:nvPr/>
            </p:nvSpPr>
            <p:spPr>
              <a:xfrm>
                <a:off x="2851750" y="3027475"/>
                <a:ext cx="239950" cy="219100"/>
              </a:xfrm>
              <a:custGeom>
                <a:avLst/>
                <a:gdLst/>
                <a:ahLst/>
                <a:cxnLst/>
                <a:rect l="l" t="t" r="r" b="b"/>
                <a:pathLst>
                  <a:path w="9598" h="8764" extrusionOk="0">
                    <a:moveTo>
                      <a:pt x="4787" y="714"/>
                    </a:moveTo>
                    <a:lnTo>
                      <a:pt x="8812" y="3667"/>
                    </a:lnTo>
                    <a:lnTo>
                      <a:pt x="8574" y="4025"/>
                    </a:lnTo>
                    <a:lnTo>
                      <a:pt x="4787" y="1262"/>
                    </a:lnTo>
                    <a:lnTo>
                      <a:pt x="1025" y="4025"/>
                    </a:lnTo>
                    <a:lnTo>
                      <a:pt x="786" y="3667"/>
                    </a:lnTo>
                    <a:lnTo>
                      <a:pt x="4787" y="714"/>
                    </a:lnTo>
                    <a:close/>
                    <a:moveTo>
                      <a:pt x="3668" y="5954"/>
                    </a:moveTo>
                    <a:cubicBezTo>
                      <a:pt x="4025" y="5954"/>
                      <a:pt x="4359" y="6192"/>
                      <a:pt x="4454" y="6525"/>
                    </a:cubicBezTo>
                    <a:lnTo>
                      <a:pt x="4240" y="6525"/>
                    </a:lnTo>
                    <a:cubicBezTo>
                      <a:pt x="3859" y="6525"/>
                      <a:pt x="3549" y="6287"/>
                      <a:pt x="3430" y="5954"/>
                    </a:cubicBezTo>
                    <a:close/>
                    <a:moveTo>
                      <a:pt x="6169" y="6525"/>
                    </a:moveTo>
                    <a:cubicBezTo>
                      <a:pt x="6049" y="6835"/>
                      <a:pt x="5716" y="7073"/>
                      <a:pt x="5359" y="7073"/>
                    </a:cubicBezTo>
                    <a:lnTo>
                      <a:pt x="5121" y="7073"/>
                    </a:lnTo>
                    <a:cubicBezTo>
                      <a:pt x="5240" y="6763"/>
                      <a:pt x="5549" y="6525"/>
                      <a:pt x="5930" y="6525"/>
                    </a:cubicBezTo>
                    <a:close/>
                    <a:moveTo>
                      <a:pt x="1120" y="7644"/>
                    </a:moveTo>
                    <a:lnTo>
                      <a:pt x="1120" y="8216"/>
                    </a:lnTo>
                    <a:lnTo>
                      <a:pt x="548" y="8216"/>
                    </a:lnTo>
                    <a:lnTo>
                      <a:pt x="548" y="7644"/>
                    </a:lnTo>
                    <a:close/>
                    <a:moveTo>
                      <a:pt x="4787" y="1953"/>
                    </a:moveTo>
                    <a:lnTo>
                      <a:pt x="7907" y="4239"/>
                    </a:lnTo>
                    <a:lnTo>
                      <a:pt x="7907" y="8216"/>
                    </a:lnTo>
                    <a:lnTo>
                      <a:pt x="5073" y="8216"/>
                    </a:lnTo>
                    <a:lnTo>
                      <a:pt x="5073" y="7644"/>
                    </a:lnTo>
                    <a:lnTo>
                      <a:pt x="5359" y="7644"/>
                    </a:lnTo>
                    <a:cubicBezTo>
                      <a:pt x="6145" y="7644"/>
                      <a:pt x="6764" y="7001"/>
                      <a:pt x="6764" y="6239"/>
                    </a:cubicBezTo>
                    <a:lnTo>
                      <a:pt x="6764" y="5954"/>
                    </a:lnTo>
                    <a:lnTo>
                      <a:pt x="5930" y="5954"/>
                    </a:lnTo>
                    <a:cubicBezTo>
                      <a:pt x="5573" y="5954"/>
                      <a:pt x="5240" y="6096"/>
                      <a:pt x="4978" y="6311"/>
                    </a:cubicBezTo>
                    <a:cubicBezTo>
                      <a:pt x="4787" y="5763"/>
                      <a:pt x="4263" y="5382"/>
                      <a:pt x="3668" y="5382"/>
                    </a:cubicBezTo>
                    <a:lnTo>
                      <a:pt x="2811" y="5382"/>
                    </a:lnTo>
                    <a:lnTo>
                      <a:pt x="2811" y="5668"/>
                    </a:lnTo>
                    <a:cubicBezTo>
                      <a:pt x="2811" y="6454"/>
                      <a:pt x="3454" y="7073"/>
                      <a:pt x="4240" y="7073"/>
                    </a:cubicBezTo>
                    <a:lnTo>
                      <a:pt x="4502" y="7073"/>
                    </a:lnTo>
                    <a:lnTo>
                      <a:pt x="4502" y="8216"/>
                    </a:lnTo>
                    <a:lnTo>
                      <a:pt x="1691" y="8216"/>
                    </a:lnTo>
                    <a:lnTo>
                      <a:pt x="1691" y="4239"/>
                    </a:lnTo>
                    <a:lnTo>
                      <a:pt x="4787" y="1953"/>
                    </a:lnTo>
                    <a:close/>
                    <a:moveTo>
                      <a:pt x="9026" y="7644"/>
                    </a:moveTo>
                    <a:lnTo>
                      <a:pt x="9026" y="8216"/>
                    </a:lnTo>
                    <a:lnTo>
                      <a:pt x="8455" y="8216"/>
                    </a:lnTo>
                    <a:lnTo>
                      <a:pt x="8455" y="7644"/>
                    </a:lnTo>
                    <a:close/>
                    <a:moveTo>
                      <a:pt x="4787" y="0"/>
                    </a:moveTo>
                    <a:lnTo>
                      <a:pt x="24" y="3525"/>
                    </a:lnTo>
                    <a:lnTo>
                      <a:pt x="882" y="4834"/>
                    </a:lnTo>
                    <a:lnTo>
                      <a:pt x="1120" y="4644"/>
                    </a:lnTo>
                    <a:lnTo>
                      <a:pt x="1120" y="7073"/>
                    </a:lnTo>
                    <a:lnTo>
                      <a:pt x="1" y="7073"/>
                    </a:lnTo>
                    <a:lnTo>
                      <a:pt x="1" y="8764"/>
                    </a:lnTo>
                    <a:lnTo>
                      <a:pt x="9598" y="8764"/>
                    </a:lnTo>
                    <a:lnTo>
                      <a:pt x="9598" y="7073"/>
                    </a:lnTo>
                    <a:lnTo>
                      <a:pt x="8455" y="7073"/>
                    </a:lnTo>
                    <a:lnTo>
                      <a:pt x="8455" y="4644"/>
                    </a:lnTo>
                    <a:lnTo>
                      <a:pt x="8717" y="4834"/>
                    </a:lnTo>
                    <a:lnTo>
                      <a:pt x="9574" y="3525"/>
                    </a:lnTo>
                    <a:lnTo>
                      <a:pt x="478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Google Shape;1375;p66"/>
              <p:cNvSpPr/>
              <p:nvPr/>
            </p:nvSpPr>
            <p:spPr>
              <a:xfrm>
                <a:off x="2950575" y="3105450"/>
                <a:ext cx="42300" cy="42300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1692" extrusionOk="0">
                    <a:moveTo>
                      <a:pt x="1120" y="572"/>
                    </a:moveTo>
                    <a:lnTo>
                      <a:pt x="1120" y="1144"/>
                    </a:lnTo>
                    <a:lnTo>
                      <a:pt x="549" y="1144"/>
                    </a:lnTo>
                    <a:lnTo>
                      <a:pt x="549" y="572"/>
                    </a:lnTo>
                    <a:close/>
                    <a:moveTo>
                      <a:pt x="1" y="1"/>
                    </a:moveTo>
                    <a:lnTo>
                      <a:pt x="1" y="1692"/>
                    </a:lnTo>
                    <a:lnTo>
                      <a:pt x="1692" y="1692"/>
                    </a:lnTo>
                    <a:lnTo>
                      <a:pt x="1692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76" name="Google Shape;1376;p66"/>
          <p:cNvGrpSpPr/>
          <p:nvPr/>
        </p:nvGrpSpPr>
        <p:grpSpPr>
          <a:xfrm>
            <a:off x="1351400" y="2783448"/>
            <a:ext cx="548700" cy="548700"/>
            <a:chOff x="1351400" y="2783448"/>
            <a:chExt cx="548700" cy="548700"/>
          </a:xfrm>
        </p:grpSpPr>
        <p:sp>
          <p:nvSpPr>
            <p:cNvPr id="1363" name="Google Shape;1363;p66"/>
            <p:cNvSpPr/>
            <p:nvPr/>
          </p:nvSpPr>
          <p:spPr>
            <a:xfrm>
              <a:off x="1351400" y="2783448"/>
              <a:ext cx="548700" cy="54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naheim"/>
                <a:ea typeface="Anaheim"/>
                <a:cs typeface="Anaheim"/>
                <a:sym typeface="Anaheim"/>
              </a:endParaRPr>
            </a:p>
          </p:txBody>
        </p:sp>
        <p:grpSp>
          <p:nvGrpSpPr>
            <p:cNvPr id="1377" name="Google Shape;1377;p66"/>
            <p:cNvGrpSpPr/>
            <p:nvPr/>
          </p:nvGrpSpPr>
          <p:grpSpPr>
            <a:xfrm>
              <a:off x="1442875" y="2874917"/>
              <a:ext cx="365757" cy="365762"/>
              <a:chOff x="1351450" y="3925850"/>
              <a:chExt cx="219700" cy="220325"/>
            </a:xfrm>
          </p:grpSpPr>
          <p:sp>
            <p:nvSpPr>
              <p:cNvPr id="1378" name="Google Shape;1378;p66"/>
              <p:cNvSpPr/>
              <p:nvPr/>
            </p:nvSpPr>
            <p:spPr>
              <a:xfrm>
                <a:off x="1351450" y="3925850"/>
                <a:ext cx="219700" cy="220325"/>
              </a:xfrm>
              <a:custGeom>
                <a:avLst/>
                <a:gdLst/>
                <a:ahLst/>
                <a:cxnLst/>
                <a:rect l="l" t="t" r="r" b="b"/>
                <a:pathLst>
                  <a:path w="8788" h="8813" extrusionOk="0">
                    <a:moveTo>
                      <a:pt x="3358" y="549"/>
                    </a:moveTo>
                    <a:lnTo>
                      <a:pt x="3358" y="1049"/>
                    </a:lnTo>
                    <a:cubicBezTo>
                      <a:pt x="3358" y="1477"/>
                      <a:pt x="3715" y="1835"/>
                      <a:pt x="4144" y="1835"/>
                    </a:cubicBezTo>
                    <a:lnTo>
                      <a:pt x="4644" y="1835"/>
                    </a:lnTo>
                    <a:cubicBezTo>
                      <a:pt x="4787" y="1835"/>
                      <a:pt x="4906" y="1930"/>
                      <a:pt x="4906" y="2073"/>
                    </a:cubicBezTo>
                    <a:cubicBezTo>
                      <a:pt x="4906" y="2216"/>
                      <a:pt x="4787" y="2335"/>
                      <a:pt x="4644" y="2335"/>
                    </a:cubicBezTo>
                    <a:lnTo>
                      <a:pt x="2572" y="2335"/>
                    </a:lnTo>
                    <a:cubicBezTo>
                      <a:pt x="2143" y="2335"/>
                      <a:pt x="1810" y="2692"/>
                      <a:pt x="1810" y="3121"/>
                    </a:cubicBezTo>
                    <a:cubicBezTo>
                      <a:pt x="1810" y="3263"/>
                      <a:pt x="1691" y="3383"/>
                      <a:pt x="1548" y="3383"/>
                    </a:cubicBezTo>
                    <a:lnTo>
                      <a:pt x="524" y="3383"/>
                    </a:lnTo>
                    <a:cubicBezTo>
                      <a:pt x="643" y="1858"/>
                      <a:pt x="1858" y="668"/>
                      <a:pt x="3358" y="549"/>
                    </a:cubicBezTo>
                    <a:close/>
                    <a:moveTo>
                      <a:pt x="6716" y="3883"/>
                    </a:moveTo>
                    <a:cubicBezTo>
                      <a:pt x="6692" y="4097"/>
                      <a:pt x="6668" y="4311"/>
                      <a:pt x="6597" y="4502"/>
                    </a:cubicBezTo>
                    <a:cubicBezTo>
                      <a:pt x="5882" y="4526"/>
                      <a:pt x="5263" y="4883"/>
                      <a:pt x="4882" y="5431"/>
                    </a:cubicBezTo>
                    <a:cubicBezTo>
                      <a:pt x="4906" y="5359"/>
                      <a:pt x="4906" y="5264"/>
                      <a:pt x="4906" y="5192"/>
                    </a:cubicBezTo>
                    <a:cubicBezTo>
                      <a:pt x="4906" y="4764"/>
                      <a:pt x="4572" y="4407"/>
                      <a:pt x="4144" y="4407"/>
                    </a:cubicBezTo>
                    <a:cubicBezTo>
                      <a:pt x="4001" y="4407"/>
                      <a:pt x="3882" y="4287"/>
                      <a:pt x="3882" y="4145"/>
                    </a:cubicBezTo>
                    <a:cubicBezTo>
                      <a:pt x="3882" y="4002"/>
                      <a:pt x="4001" y="3883"/>
                      <a:pt x="4144" y="3883"/>
                    </a:cubicBezTo>
                    <a:close/>
                    <a:moveTo>
                      <a:pt x="3882" y="549"/>
                    </a:moveTo>
                    <a:cubicBezTo>
                      <a:pt x="5382" y="668"/>
                      <a:pt x="6597" y="1858"/>
                      <a:pt x="6716" y="3383"/>
                    </a:cubicBezTo>
                    <a:lnTo>
                      <a:pt x="4144" y="3383"/>
                    </a:lnTo>
                    <a:cubicBezTo>
                      <a:pt x="3715" y="3383"/>
                      <a:pt x="3358" y="3716"/>
                      <a:pt x="3358" y="4145"/>
                    </a:cubicBezTo>
                    <a:cubicBezTo>
                      <a:pt x="3358" y="4573"/>
                      <a:pt x="3715" y="4930"/>
                      <a:pt x="4144" y="4930"/>
                    </a:cubicBezTo>
                    <a:cubicBezTo>
                      <a:pt x="4287" y="4930"/>
                      <a:pt x="4382" y="5050"/>
                      <a:pt x="4382" y="5192"/>
                    </a:cubicBezTo>
                    <a:cubicBezTo>
                      <a:pt x="4382" y="5335"/>
                      <a:pt x="4287" y="5454"/>
                      <a:pt x="4144" y="5454"/>
                    </a:cubicBezTo>
                    <a:lnTo>
                      <a:pt x="3096" y="5454"/>
                    </a:lnTo>
                    <a:cubicBezTo>
                      <a:pt x="3083" y="5454"/>
                      <a:pt x="3070" y="5453"/>
                      <a:pt x="3058" y="5453"/>
                    </a:cubicBezTo>
                    <a:cubicBezTo>
                      <a:pt x="2646" y="5453"/>
                      <a:pt x="2311" y="5824"/>
                      <a:pt x="2334" y="6216"/>
                    </a:cubicBezTo>
                    <a:lnTo>
                      <a:pt x="2334" y="6455"/>
                    </a:lnTo>
                    <a:cubicBezTo>
                      <a:pt x="1334" y="6002"/>
                      <a:pt x="619" y="5026"/>
                      <a:pt x="524" y="3883"/>
                    </a:cubicBezTo>
                    <a:lnTo>
                      <a:pt x="1548" y="3883"/>
                    </a:lnTo>
                    <a:cubicBezTo>
                      <a:pt x="1977" y="3883"/>
                      <a:pt x="2310" y="3549"/>
                      <a:pt x="2310" y="3121"/>
                    </a:cubicBezTo>
                    <a:cubicBezTo>
                      <a:pt x="2310" y="2978"/>
                      <a:pt x="2429" y="2859"/>
                      <a:pt x="2572" y="2859"/>
                    </a:cubicBezTo>
                    <a:lnTo>
                      <a:pt x="4644" y="2859"/>
                    </a:lnTo>
                    <a:cubicBezTo>
                      <a:pt x="5073" y="2859"/>
                      <a:pt x="5430" y="2501"/>
                      <a:pt x="5430" y="2073"/>
                    </a:cubicBezTo>
                    <a:cubicBezTo>
                      <a:pt x="5430" y="1644"/>
                      <a:pt x="5073" y="1311"/>
                      <a:pt x="4644" y="1311"/>
                    </a:cubicBezTo>
                    <a:lnTo>
                      <a:pt x="4144" y="1311"/>
                    </a:lnTo>
                    <a:cubicBezTo>
                      <a:pt x="4001" y="1311"/>
                      <a:pt x="3882" y="1192"/>
                      <a:pt x="3882" y="1049"/>
                    </a:cubicBezTo>
                    <a:lnTo>
                      <a:pt x="3882" y="549"/>
                    </a:lnTo>
                    <a:close/>
                    <a:moveTo>
                      <a:pt x="4692" y="5716"/>
                    </a:moveTo>
                    <a:cubicBezTo>
                      <a:pt x="4572" y="5978"/>
                      <a:pt x="4501" y="6288"/>
                      <a:pt x="4477" y="6621"/>
                    </a:cubicBezTo>
                    <a:cubicBezTo>
                      <a:pt x="4215" y="6693"/>
                      <a:pt x="3906" y="6740"/>
                      <a:pt x="3620" y="6740"/>
                    </a:cubicBezTo>
                    <a:cubicBezTo>
                      <a:pt x="3358" y="6740"/>
                      <a:pt x="3096" y="6717"/>
                      <a:pt x="2834" y="6645"/>
                    </a:cubicBezTo>
                    <a:lnTo>
                      <a:pt x="2834" y="6216"/>
                    </a:lnTo>
                    <a:cubicBezTo>
                      <a:pt x="2834" y="6074"/>
                      <a:pt x="2977" y="5954"/>
                      <a:pt x="3096" y="5954"/>
                    </a:cubicBezTo>
                    <a:lnTo>
                      <a:pt x="4144" y="5954"/>
                    </a:lnTo>
                    <a:cubicBezTo>
                      <a:pt x="4358" y="5954"/>
                      <a:pt x="4549" y="5859"/>
                      <a:pt x="4692" y="5716"/>
                    </a:cubicBezTo>
                    <a:close/>
                    <a:moveTo>
                      <a:pt x="6644" y="5026"/>
                    </a:moveTo>
                    <a:cubicBezTo>
                      <a:pt x="7549" y="5026"/>
                      <a:pt x="8288" y="5764"/>
                      <a:pt x="8288" y="6669"/>
                    </a:cubicBezTo>
                    <a:cubicBezTo>
                      <a:pt x="8288" y="7550"/>
                      <a:pt x="7549" y="8288"/>
                      <a:pt x="6644" y="8288"/>
                    </a:cubicBezTo>
                    <a:cubicBezTo>
                      <a:pt x="5739" y="8288"/>
                      <a:pt x="5001" y="7550"/>
                      <a:pt x="5001" y="6669"/>
                    </a:cubicBezTo>
                    <a:cubicBezTo>
                      <a:pt x="5001" y="5764"/>
                      <a:pt x="5739" y="5026"/>
                      <a:pt x="6644" y="5026"/>
                    </a:cubicBezTo>
                    <a:close/>
                    <a:moveTo>
                      <a:pt x="3620" y="1"/>
                    </a:moveTo>
                    <a:cubicBezTo>
                      <a:pt x="1619" y="1"/>
                      <a:pt x="0" y="1644"/>
                      <a:pt x="0" y="3644"/>
                    </a:cubicBezTo>
                    <a:cubicBezTo>
                      <a:pt x="0" y="5645"/>
                      <a:pt x="1619" y="7264"/>
                      <a:pt x="3620" y="7264"/>
                    </a:cubicBezTo>
                    <a:cubicBezTo>
                      <a:pt x="3929" y="7264"/>
                      <a:pt x="4239" y="7217"/>
                      <a:pt x="4549" y="7145"/>
                    </a:cubicBezTo>
                    <a:cubicBezTo>
                      <a:pt x="4763" y="8098"/>
                      <a:pt x="5620" y="8812"/>
                      <a:pt x="6644" y="8812"/>
                    </a:cubicBezTo>
                    <a:cubicBezTo>
                      <a:pt x="7835" y="8812"/>
                      <a:pt x="8788" y="7836"/>
                      <a:pt x="8788" y="6669"/>
                    </a:cubicBezTo>
                    <a:cubicBezTo>
                      <a:pt x="8788" y="5645"/>
                      <a:pt x="8073" y="4788"/>
                      <a:pt x="7121" y="4549"/>
                    </a:cubicBezTo>
                    <a:cubicBezTo>
                      <a:pt x="7192" y="4264"/>
                      <a:pt x="7240" y="3954"/>
                      <a:pt x="7240" y="3644"/>
                    </a:cubicBezTo>
                    <a:cubicBezTo>
                      <a:pt x="7240" y="1644"/>
                      <a:pt x="5620" y="1"/>
                      <a:pt x="362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66"/>
              <p:cNvSpPr/>
              <p:nvPr/>
            </p:nvSpPr>
            <p:spPr>
              <a:xfrm>
                <a:off x="1501475" y="4062800"/>
                <a:ext cx="31575" cy="20250"/>
              </a:xfrm>
              <a:custGeom>
                <a:avLst/>
                <a:gdLst/>
                <a:ahLst/>
                <a:cxnLst/>
                <a:rect l="l" t="t" r="r" b="b"/>
                <a:pathLst>
                  <a:path w="1263" h="810" extrusionOk="0">
                    <a:moveTo>
                      <a:pt x="334" y="0"/>
                    </a:moveTo>
                    <a:lnTo>
                      <a:pt x="0" y="572"/>
                    </a:lnTo>
                    <a:lnTo>
                      <a:pt x="453" y="810"/>
                    </a:lnTo>
                    <a:lnTo>
                      <a:pt x="643" y="500"/>
                    </a:lnTo>
                    <a:lnTo>
                      <a:pt x="810" y="810"/>
                    </a:lnTo>
                    <a:lnTo>
                      <a:pt x="1263" y="572"/>
                    </a:lnTo>
                    <a:lnTo>
                      <a:pt x="92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66"/>
              <p:cNvSpPr/>
              <p:nvPr/>
            </p:nvSpPr>
            <p:spPr>
              <a:xfrm>
                <a:off x="1523500" y="4087800"/>
                <a:ext cx="24425" cy="27400"/>
              </a:xfrm>
              <a:custGeom>
                <a:avLst/>
                <a:gdLst/>
                <a:ahLst/>
                <a:cxnLst/>
                <a:rect l="l" t="t" r="r" b="b"/>
                <a:pathLst>
                  <a:path w="977" h="1096" extrusionOk="0">
                    <a:moveTo>
                      <a:pt x="643" y="0"/>
                    </a:moveTo>
                    <a:lnTo>
                      <a:pt x="191" y="262"/>
                    </a:lnTo>
                    <a:lnTo>
                      <a:pt x="382" y="572"/>
                    </a:lnTo>
                    <a:lnTo>
                      <a:pt x="0" y="572"/>
                    </a:lnTo>
                    <a:lnTo>
                      <a:pt x="0" y="1096"/>
                    </a:lnTo>
                    <a:lnTo>
                      <a:pt x="667" y="1096"/>
                    </a:lnTo>
                    <a:lnTo>
                      <a:pt x="977" y="572"/>
                    </a:lnTo>
                    <a:lnTo>
                      <a:pt x="643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66"/>
              <p:cNvSpPr/>
              <p:nvPr/>
            </p:nvSpPr>
            <p:spPr>
              <a:xfrm>
                <a:off x="1487175" y="4087800"/>
                <a:ext cx="23850" cy="27400"/>
              </a:xfrm>
              <a:custGeom>
                <a:avLst/>
                <a:gdLst/>
                <a:ahLst/>
                <a:cxnLst/>
                <a:rect l="l" t="t" r="r" b="b"/>
                <a:pathLst>
                  <a:path w="954" h="1096" extrusionOk="0">
                    <a:moveTo>
                      <a:pt x="334" y="0"/>
                    </a:moveTo>
                    <a:lnTo>
                      <a:pt x="1" y="572"/>
                    </a:lnTo>
                    <a:lnTo>
                      <a:pt x="287" y="1096"/>
                    </a:lnTo>
                    <a:lnTo>
                      <a:pt x="953" y="1096"/>
                    </a:lnTo>
                    <a:lnTo>
                      <a:pt x="953" y="572"/>
                    </a:lnTo>
                    <a:lnTo>
                      <a:pt x="596" y="572"/>
                    </a:lnTo>
                    <a:lnTo>
                      <a:pt x="763" y="262"/>
                    </a:lnTo>
                    <a:lnTo>
                      <a:pt x="33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82" name="Google Shape;1382;p66"/>
          <p:cNvGrpSpPr/>
          <p:nvPr/>
        </p:nvGrpSpPr>
        <p:grpSpPr>
          <a:xfrm>
            <a:off x="7243925" y="2783448"/>
            <a:ext cx="548700" cy="548700"/>
            <a:chOff x="7243925" y="2783448"/>
            <a:chExt cx="548700" cy="548700"/>
          </a:xfrm>
        </p:grpSpPr>
        <p:sp>
          <p:nvSpPr>
            <p:cNvPr id="1369" name="Google Shape;1369;p66"/>
            <p:cNvSpPr/>
            <p:nvPr/>
          </p:nvSpPr>
          <p:spPr>
            <a:xfrm>
              <a:off x="7243925" y="2783448"/>
              <a:ext cx="548700" cy="54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naheim"/>
                <a:ea typeface="Anaheim"/>
                <a:cs typeface="Anaheim"/>
                <a:sym typeface="Anaheim"/>
              </a:endParaRPr>
            </a:p>
          </p:txBody>
        </p:sp>
        <p:grpSp>
          <p:nvGrpSpPr>
            <p:cNvPr id="1383" name="Google Shape;1383;p66"/>
            <p:cNvGrpSpPr/>
            <p:nvPr/>
          </p:nvGrpSpPr>
          <p:grpSpPr>
            <a:xfrm>
              <a:off x="7335421" y="2874921"/>
              <a:ext cx="365754" cy="365754"/>
              <a:chOff x="3342325" y="3926450"/>
              <a:chExt cx="219725" cy="219725"/>
            </a:xfrm>
          </p:grpSpPr>
          <p:sp>
            <p:nvSpPr>
              <p:cNvPr id="1384" name="Google Shape;1384;p66"/>
              <p:cNvSpPr/>
              <p:nvPr/>
            </p:nvSpPr>
            <p:spPr>
              <a:xfrm>
                <a:off x="3342325" y="3926450"/>
                <a:ext cx="219725" cy="219725"/>
              </a:xfrm>
              <a:custGeom>
                <a:avLst/>
                <a:gdLst/>
                <a:ahLst/>
                <a:cxnLst/>
                <a:rect l="l" t="t" r="r" b="b"/>
                <a:pathLst>
                  <a:path w="8789" h="8789" extrusionOk="0">
                    <a:moveTo>
                      <a:pt x="3359" y="525"/>
                    </a:moveTo>
                    <a:lnTo>
                      <a:pt x="3359" y="1025"/>
                    </a:lnTo>
                    <a:cubicBezTo>
                      <a:pt x="3359" y="1453"/>
                      <a:pt x="3716" y="1811"/>
                      <a:pt x="4121" y="1811"/>
                    </a:cubicBezTo>
                    <a:lnTo>
                      <a:pt x="4645" y="1811"/>
                    </a:lnTo>
                    <a:cubicBezTo>
                      <a:pt x="4787" y="1811"/>
                      <a:pt x="4907" y="1930"/>
                      <a:pt x="4907" y="2073"/>
                    </a:cubicBezTo>
                    <a:cubicBezTo>
                      <a:pt x="4907" y="2215"/>
                      <a:pt x="4787" y="2311"/>
                      <a:pt x="4645" y="2311"/>
                    </a:cubicBezTo>
                    <a:lnTo>
                      <a:pt x="2573" y="2311"/>
                    </a:lnTo>
                    <a:cubicBezTo>
                      <a:pt x="2144" y="2311"/>
                      <a:pt x="1811" y="2668"/>
                      <a:pt x="1811" y="3097"/>
                    </a:cubicBezTo>
                    <a:cubicBezTo>
                      <a:pt x="1811" y="3239"/>
                      <a:pt x="1692" y="3359"/>
                      <a:pt x="1549" y="3359"/>
                    </a:cubicBezTo>
                    <a:lnTo>
                      <a:pt x="525" y="3359"/>
                    </a:lnTo>
                    <a:cubicBezTo>
                      <a:pt x="644" y="1858"/>
                      <a:pt x="1858" y="644"/>
                      <a:pt x="3359" y="525"/>
                    </a:cubicBezTo>
                    <a:close/>
                    <a:moveTo>
                      <a:pt x="3882" y="525"/>
                    </a:moveTo>
                    <a:cubicBezTo>
                      <a:pt x="5383" y="644"/>
                      <a:pt x="6574" y="1858"/>
                      <a:pt x="6716" y="3359"/>
                    </a:cubicBezTo>
                    <a:lnTo>
                      <a:pt x="4121" y="3359"/>
                    </a:lnTo>
                    <a:cubicBezTo>
                      <a:pt x="3716" y="3359"/>
                      <a:pt x="3359" y="3692"/>
                      <a:pt x="3359" y="4121"/>
                    </a:cubicBezTo>
                    <a:cubicBezTo>
                      <a:pt x="3359" y="4549"/>
                      <a:pt x="3716" y="4906"/>
                      <a:pt x="4121" y="4906"/>
                    </a:cubicBezTo>
                    <a:cubicBezTo>
                      <a:pt x="4264" y="4906"/>
                      <a:pt x="4383" y="5026"/>
                      <a:pt x="4383" y="5168"/>
                    </a:cubicBezTo>
                    <a:cubicBezTo>
                      <a:pt x="4383" y="5311"/>
                      <a:pt x="4264" y="5430"/>
                      <a:pt x="4121" y="5430"/>
                    </a:cubicBezTo>
                    <a:lnTo>
                      <a:pt x="3097" y="5430"/>
                    </a:lnTo>
                    <a:cubicBezTo>
                      <a:pt x="3084" y="5430"/>
                      <a:pt x="3071" y="5429"/>
                      <a:pt x="3058" y="5429"/>
                    </a:cubicBezTo>
                    <a:cubicBezTo>
                      <a:pt x="2647" y="5429"/>
                      <a:pt x="2311" y="5800"/>
                      <a:pt x="2335" y="6192"/>
                    </a:cubicBezTo>
                    <a:lnTo>
                      <a:pt x="2335" y="6431"/>
                    </a:lnTo>
                    <a:cubicBezTo>
                      <a:pt x="1334" y="5978"/>
                      <a:pt x="620" y="5002"/>
                      <a:pt x="525" y="3859"/>
                    </a:cubicBezTo>
                    <a:lnTo>
                      <a:pt x="1549" y="3859"/>
                    </a:lnTo>
                    <a:cubicBezTo>
                      <a:pt x="1977" y="3859"/>
                      <a:pt x="2311" y="3525"/>
                      <a:pt x="2311" y="3097"/>
                    </a:cubicBezTo>
                    <a:cubicBezTo>
                      <a:pt x="2311" y="2954"/>
                      <a:pt x="2430" y="2835"/>
                      <a:pt x="2573" y="2835"/>
                    </a:cubicBezTo>
                    <a:lnTo>
                      <a:pt x="4645" y="2835"/>
                    </a:lnTo>
                    <a:cubicBezTo>
                      <a:pt x="5073" y="2835"/>
                      <a:pt x="5430" y="2477"/>
                      <a:pt x="5430" y="2073"/>
                    </a:cubicBezTo>
                    <a:cubicBezTo>
                      <a:pt x="5430" y="1644"/>
                      <a:pt x="5073" y="1287"/>
                      <a:pt x="4645" y="1287"/>
                    </a:cubicBezTo>
                    <a:lnTo>
                      <a:pt x="4121" y="1287"/>
                    </a:lnTo>
                    <a:cubicBezTo>
                      <a:pt x="3978" y="1287"/>
                      <a:pt x="3882" y="1168"/>
                      <a:pt x="3882" y="1025"/>
                    </a:cubicBezTo>
                    <a:lnTo>
                      <a:pt x="3882" y="525"/>
                    </a:lnTo>
                    <a:close/>
                    <a:moveTo>
                      <a:pt x="6716" y="3859"/>
                    </a:moveTo>
                    <a:cubicBezTo>
                      <a:pt x="6693" y="3978"/>
                      <a:pt x="6693" y="4097"/>
                      <a:pt x="6669" y="4216"/>
                    </a:cubicBezTo>
                    <a:lnTo>
                      <a:pt x="5168" y="4716"/>
                    </a:lnTo>
                    <a:lnTo>
                      <a:pt x="5168" y="6288"/>
                    </a:lnTo>
                    <a:cubicBezTo>
                      <a:pt x="4716" y="6573"/>
                      <a:pt x="4192" y="6716"/>
                      <a:pt x="3621" y="6716"/>
                    </a:cubicBezTo>
                    <a:cubicBezTo>
                      <a:pt x="3359" y="6716"/>
                      <a:pt x="3097" y="6693"/>
                      <a:pt x="2835" y="6621"/>
                    </a:cubicBezTo>
                    <a:lnTo>
                      <a:pt x="2835" y="6192"/>
                    </a:lnTo>
                    <a:cubicBezTo>
                      <a:pt x="2835" y="6050"/>
                      <a:pt x="2978" y="5930"/>
                      <a:pt x="3097" y="5930"/>
                    </a:cubicBezTo>
                    <a:lnTo>
                      <a:pt x="4121" y="5930"/>
                    </a:lnTo>
                    <a:cubicBezTo>
                      <a:pt x="4549" y="5930"/>
                      <a:pt x="4907" y="5597"/>
                      <a:pt x="4907" y="5168"/>
                    </a:cubicBezTo>
                    <a:cubicBezTo>
                      <a:pt x="4907" y="4740"/>
                      <a:pt x="4549" y="4383"/>
                      <a:pt x="4121" y="4383"/>
                    </a:cubicBezTo>
                    <a:cubicBezTo>
                      <a:pt x="3978" y="4383"/>
                      <a:pt x="3882" y="4263"/>
                      <a:pt x="3882" y="4121"/>
                    </a:cubicBezTo>
                    <a:cubicBezTo>
                      <a:pt x="3882" y="3978"/>
                      <a:pt x="3978" y="3859"/>
                      <a:pt x="4121" y="3859"/>
                    </a:cubicBezTo>
                    <a:close/>
                    <a:moveTo>
                      <a:pt x="6978" y="4644"/>
                    </a:moveTo>
                    <a:lnTo>
                      <a:pt x="8264" y="5097"/>
                    </a:lnTo>
                    <a:lnTo>
                      <a:pt x="8264" y="6669"/>
                    </a:lnTo>
                    <a:cubicBezTo>
                      <a:pt x="8264" y="7859"/>
                      <a:pt x="7217" y="8193"/>
                      <a:pt x="6978" y="8264"/>
                    </a:cubicBezTo>
                    <a:cubicBezTo>
                      <a:pt x="6740" y="8193"/>
                      <a:pt x="5692" y="7859"/>
                      <a:pt x="5692" y="6669"/>
                    </a:cubicBezTo>
                    <a:lnTo>
                      <a:pt x="5692" y="5097"/>
                    </a:lnTo>
                    <a:lnTo>
                      <a:pt x="6978" y="4644"/>
                    </a:lnTo>
                    <a:close/>
                    <a:moveTo>
                      <a:pt x="3621" y="1"/>
                    </a:moveTo>
                    <a:cubicBezTo>
                      <a:pt x="1620" y="1"/>
                      <a:pt x="1" y="1620"/>
                      <a:pt x="1" y="3620"/>
                    </a:cubicBezTo>
                    <a:cubicBezTo>
                      <a:pt x="1" y="5597"/>
                      <a:pt x="1620" y="7240"/>
                      <a:pt x="3621" y="7240"/>
                    </a:cubicBezTo>
                    <a:cubicBezTo>
                      <a:pt x="4168" y="7240"/>
                      <a:pt x="4692" y="7097"/>
                      <a:pt x="5168" y="6883"/>
                    </a:cubicBezTo>
                    <a:cubicBezTo>
                      <a:pt x="5240" y="7669"/>
                      <a:pt x="5669" y="8121"/>
                      <a:pt x="6050" y="8383"/>
                    </a:cubicBezTo>
                    <a:cubicBezTo>
                      <a:pt x="6526" y="8693"/>
                      <a:pt x="6883" y="8764"/>
                      <a:pt x="6978" y="8788"/>
                    </a:cubicBezTo>
                    <a:cubicBezTo>
                      <a:pt x="7050" y="8764"/>
                      <a:pt x="7407" y="8717"/>
                      <a:pt x="7907" y="8383"/>
                    </a:cubicBezTo>
                    <a:cubicBezTo>
                      <a:pt x="8312" y="8098"/>
                      <a:pt x="8788" y="7574"/>
                      <a:pt x="8788" y="6669"/>
                    </a:cubicBezTo>
                    <a:lnTo>
                      <a:pt x="8788" y="4716"/>
                    </a:lnTo>
                    <a:lnTo>
                      <a:pt x="7193" y="4192"/>
                    </a:lnTo>
                    <a:cubicBezTo>
                      <a:pt x="7217" y="4002"/>
                      <a:pt x="7240" y="3811"/>
                      <a:pt x="7240" y="3620"/>
                    </a:cubicBezTo>
                    <a:cubicBezTo>
                      <a:pt x="7240" y="1620"/>
                      <a:pt x="5621" y="1"/>
                      <a:pt x="362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66"/>
              <p:cNvSpPr/>
              <p:nvPr/>
            </p:nvSpPr>
            <p:spPr>
              <a:xfrm>
                <a:off x="3497125" y="4055050"/>
                <a:ext cx="38725" cy="61950"/>
              </a:xfrm>
              <a:custGeom>
                <a:avLst/>
                <a:gdLst/>
                <a:ahLst/>
                <a:cxnLst/>
                <a:rect l="l" t="t" r="r" b="b"/>
                <a:pathLst>
                  <a:path w="1549" h="2478" extrusionOk="0">
                    <a:moveTo>
                      <a:pt x="786" y="548"/>
                    </a:moveTo>
                    <a:lnTo>
                      <a:pt x="1048" y="644"/>
                    </a:lnTo>
                    <a:lnTo>
                      <a:pt x="1048" y="1453"/>
                    </a:lnTo>
                    <a:cubicBezTo>
                      <a:pt x="1048" y="1763"/>
                      <a:pt x="882" y="1882"/>
                      <a:pt x="786" y="1930"/>
                    </a:cubicBezTo>
                    <a:cubicBezTo>
                      <a:pt x="596" y="1858"/>
                      <a:pt x="524" y="1668"/>
                      <a:pt x="524" y="1453"/>
                    </a:cubicBezTo>
                    <a:lnTo>
                      <a:pt x="524" y="644"/>
                    </a:lnTo>
                    <a:lnTo>
                      <a:pt x="786" y="548"/>
                    </a:lnTo>
                    <a:close/>
                    <a:moveTo>
                      <a:pt x="786" y="1"/>
                    </a:moveTo>
                    <a:lnTo>
                      <a:pt x="0" y="263"/>
                    </a:lnTo>
                    <a:lnTo>
                      <a:pt x="0" y="1453"/>
                    </a:lnTo>
                    <a:cubicBezTo>
                      <a:pt x="24" y="2144"/>
                      <a:pt x="477" y="2406"/>
                      <a:pt x="786" y="2477"/>
                    </a:cubicBezTo>
                    <a:cubicBezTo>
                      <a:pt x="1072" y="2406"/>
                      <a:pt x="1548" y="2144"/>
                      <a:pt x="1548" y="1453"/>
                    </a:cubicBezTo>
                    <a:lnTo>
                      <a:pt x="1548" y="263"/>
                    </a:lnTo>
                    <a:lnTo>
                      <a:pt x="78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86" name="Google Shape;1386;p66"/>
          <p:cNvGrpSpPr/>
          <p:nvPr/>
        </p:nvGrpSpPr>
        <p:grpSpPr>
          <a:xfrm>
            <a:off x="7905885" y="1101408"/>
            <a:ext cx="779382" cy="735620"/>
            <a:chOff x="8096363" y="382350"/>
            <a:chExt cx="668825" cy="631325"/>
          </a:xfrm>
        </p:grpSpPr>
        <p:sp>
          <p:nvSpPr>
            <p:cNvPr id="1387" name="Google Shape;1387;p66"/>
            <p:cNvSpPr/>
            <p:nvPr/>
          </p:nvSpPr>
          <p:spPr>
            <a:xfrm flipH="1">
              <a:off x="8134713" y="382350"/>
              <a:ext cx="630475" cy="631325"/>
            </a:xfrm>
            <a:custGeom>
              <a:avLst/>
              <a:gdLst/>
              <a:ahLst/>
              <a:cxnLst/>
              <a:rect l="l" t="t" r="r" b="b"/>
              <a:pathLst>
                <a:path w="25219" h="25253" extrusionOk="0">
                  <a:moveTo>
                    <a:pt x="12609" y="1"/>
                  </a:moveTo>
                  <a:cubicBezTo>
                    <a:pt x="6605" y="1"/>
                    <a:pt x="1568" y="4237"/>
                    <a:pt x="300" y="9875"/>
                  </a:cubicBezTo>
                  <a:cubicBezTo>
                    <a:pt x="300" y="9908"/>
                    <a:pt x="300" y="9941"/>
                    <a:pt x="300" y="9941"/>
                  </a:cubicBezTo>
                  <a:cubicBezTo>
                    <a:pt x="267" y="10041"/>
                    <a:pt x="234" y="10108"/>
                    <a:pt x="234" y="10208"/>
                  </a:cubicBezTo>
                  <a:cubicBezTo>
                    <a:pt x="200" y="10375"/>
                    <a:pt x="167" y="10575"/>
                    <a:pt x="134" y="10742"/>
                  </a:cubicBezTo>
                  <a:cubicBezTo>
                    <a:pt x="134" y="10842"/>
                    <a:pt x="100" y="10909"/>
                    <a:pt x="100" y="11009"/>
                  </a:cubicBezTo>
                  <a:cubicBezTo>
                    <a:pt x="100" y="11109"/>
                    <a:pt x="67" y="11209"/>
                    <a:pt x="67" y="11309"/>
                  </a:cubicBezTo>
                  <a:cubicBezTo>
                    <a:pt x="67" y="11442"/>
                    <a:pt x="34" y="11609"/>
                    <a:pt x="34" y="11743"/>
                  </a:cubicBezTo>
                  <a:cubicBezTo>
                    <a:pt x="34" y="11909"/>
                    <a:pt x="0" y="12110"/>
                    <a:pt x="0" y="12276"/>
                  </a:cubicBezTo>
                  <a:cubicBezTo>
                    <a:pt x="0" y="12376"/>
                    <a:pt x="0" y="12510"/>
                    <a:pt x="0" y="12610"/>
                  </a:cubicBezTo>
                  <a:cubicBezTo>
                    <a:pt x="0" y="19582"/>
                    <a:pt x="5638" y="25252"/>
                    <a:pt x="12609" y="25252"/>
                  </a:cubicBezTo>
                  <a:cubicBezTo>
                    <a:pt x="12743" y="25252"/>
                    <a:pt x="12876" y="25219"/>
                    <a:pt x="12976" y="25219"/>
                  </a:cubicBezTo>
                  <a:lnTo>
                    <a:pt x="13276" y="25219"/>
                  </a:lnTo>
                  <a:cubicBezTo>
                    <a:pt x="13376" y="25219"/>
                    <a:pt x="13477" y="25219"/>
                    <a:pt x="13577" y="25186"/>
                  </a:cubicBezTo>
                  <a:cubicBezTo>
                    <a:pt x="13710" y="25186"/>
                    <a:pt x="13843" y="25186"/>
                    <a:pt x="13977" y="25152"/>
                  </a:cubicBezTo>
                  <a:cubicBezTo>
                    <a:pt x="14044" y="25152"/>
                    <a:pt x="14144" y="25152"/>
                    <a:pt x="14210" y="25119"/>
                  </a:cubicBezTo>
                  <a:cubicBezTo>
                    <a:pt x="14310" y="25119"/>
                    <a:pt x="14444" y="25119"/>
                    <a:pt x="14544" y="25085"/>
                  </a:cubicBezTo>
                  <a:cubicBezTo>
                    <a:pt x="14677" y="25085"/>
                    <a:pt x="14811" y="25052"/>
                    <a:pt x="14978" y="25019"/>
                  </a:cubicBezTo>
                  <a:cubicBezTo>
                    <a:pt x="15244" y="24952"/>
                    <a:pt x="15511" y="24919"/>
                    <a:pt x="15778" y="24852"/>
                  </a:cubicBezTo>
                  <a:cubicBezTo>
                    <a:pt x="17079" y="24485"/>
                    <a:pt x="18280" y="23951"/>
                    <a:pt x="19381" y="23251"/>
                  </a:cubicBezTo>
                  <a:cubicBezTo>
                    <a:pt x="21749" y="21750"/>
                    <a:pt x="23550" y="19515"/>
                    <a:pt x="24518" y="16846"/>
                  </a:cubicBezTo>
                  <a:lnTo>
                    <a:pt x="24518" y="16813"/>
                  </a:lnTo>
                  <a:cubicBezTo>
                    <a:pt x="24618" y="16513"/>
                    <a:pt x="24718" y="16146"/>
                    <a:pt x="24818" y="15812"/>
                  </a:cubicBezTo>
                  <a:cubicBezTo>
                    <a:pt x="24851" y="15645"/>
                    <a:pt x="24918" y="15479"/>
                    <a:pt x="24951" y="15312"/>
                  </a:cubicBezTo>
                  <a:cubicBezTo>
                    <a:pt x="24985" y="15178"/>
                    <a:pt x="24985" y="15012"/>
                    <a:pt x="25018" y="14878"/>
                  </a:cubicBezTo>
                  <a:cubicBezTo>
                    <a:pt x="25018" y="14878"/>
                    <a:pt x="25018" y="14845"/>
                    <a:pt x="25018" y="14845"/>
                  </a:cubicBezTo>
                  <a:cubicBezTo>
                    <a:pt x="25051" y="14811"/>
                    <a:pt x="25051" y="14745"/>
                    <a:pt x="25051" y="14678"/>
                  </a:cubicBezTo>
                  <a:cubicBezTo>
                    <a:pt x="25085" y="14545"/>
                    <a:pt x="25118" y="14411"/>
                    <a:pt x="25118" y="14244"/>
                  </a:cubicBezTo>
                  <a:cubicBezTo>
                    <a:pt x="25152" y="14078"/>
                    <a:pt x="25152" y="13911"/>
                    <a:pt x="25185" y="13711"/>
                  </a:cubicBezTo>
                  <a:cubicBezTo>
                    <a:pt x="25185" y="13577"/>
                    <a:pt x="25185" y="13444"/>
                    <a:pt x="25218" y="13344"/>
                  </a:cubicBezTo>
                  <a:cubicBezTo>
                    <a:pt x="25218" y="13310"/>
                    <a:pt x="25218" y="13277"/>
                    <a:pt x="25218" y="13277"/>
                  </a:cubicBezTo>
                  <a:cubicBezTo>
                    <a:pt x="25218" y="13210"/>
                    <a:pt x="25218" y="13144"/>
                    <a:pt x="25218" y="13077"/>
                  </a:cubicBezTo>
                  <a:cubicBezTo>
                    <a:pt x="25218" y="12910"/>
                    <a:pt x="25218" y="12777"/>
                    <a:pt x="25218" y="12610"/>
                  </a:cubicBezTo>
                  <a:cubicBezTo>
                    <a:pt x="25218" y="12510"/>
                    <a:pt x="25218" y="12376"/>
                    <a:pt x="25218" y="12276"/>
                  </a:cubicBezTo>
                  <a:cubicBezTo>
                    <a:pt x="25218" y="12110"/>
                    <a:pt x="25218" y="11909"/>
                    <a:pt x="25185" y="11743"/>
                  </a:cubicBezTo>
                  <a:cubicBezTo>
                    <a:pt x="25185" y="11609"/>
                    <a:pt x="25185" y="11442"/>
                    <a:pt x="25152" y="11309"/>
                  </a:cubicBezTo>
                  <a:cubicBezTo>
                    <a:pt x="25152" y="11209"/>
                    <a:pt x="25152" y="11109"/>
                    <a:pt x="25118" y="11009"/>
                  </a:cubicBezTo>
                  <a:cubicBezTo>
                    <a:pt x="25118" y="10909"/>
                    <a:pt x="25118" y="10842"/>
                    <a:pt x="25085" y="10742"/>
                  </a:cubicBezTo>
                  <a:cubicBezTo>
                    <a:pt x="25051" y="10575"/>
                    <a:pt x="25018" y="10375"/>
                    <a:pt x="24985" y="10208"/>
                  </a:cubicBezTo>
                  <a:cubicBezTo>
                    <a:pt x="24985" y="10108"/>
                    <a:pt x="24951" y="10041"/>
                    <a:pt x="24951" y="9941"/>
                  </a:cubicBezTo>
                  <a:cubicBezTo>
                    <a:pt x="24951" y="9941"/>
                    <a:pt x="24951" y="9908"/>
                    <a:pt x="24918" y="9875"/>
                  </a:cubicBezTo>
                  <a:cubicBezTo>
                    <a:pt x="23684" y="4237"/>
                    <a:pt x="18647" y="1"/>
                    <a:pt x="126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66"/>
            <p:cNvSpPr/>
            <p:nvPr/>
          </p:nvSpPr>
          <p:spPr>
            <a:xfrm flipH="1">
              <a:off x="8096363" y="629200"/>
              <a:ext cx="668825" cy="384475"/>
            </a:xfrm>
            <a:custGeom>
              <a:avLst/>
              <a:gdLst/>
              <a:ahLst/>
              <a:cxnLst/>
              <a:rect l="l" t="t" r="r" b="b"/>
              <a:pathLst>
                <a:path w="26753" h="15379" extrusionOk="0">
                  <a:moveTo>
                    <a:pt x="300" y="1"/>
                  </a:moveTo>
                  <a:cubicBezTo>
                    <a:pt x="300" y="34"/>
                    <a:pt x="300" y="67"/>
                    <a:pt x="300" y="67"/>
                  </a:cubicBezTo>
                  <a:cubicBezTo>
                    <a:pt x="267" y="167"/>
                    <a:pt x="234" y="234"/>
                    <a:pt x="234" y="334"/>
                  </a:cubicBezTo>
                  <a:cubicBezTo>
                    <a:pt x="200" y="501"/>
                    <a:pt x="167" y="701"/>
                    <a:pt x="134" y="868"/>
                  </a:cubicBezTo>
                  <a:cubicBezTo>
                    <a:pt x="134" y="968"/>
                    <a:pt x="100" y="1035"/>
                    <a:pt x="100" y="1135"/>
                  </a:cubicBezTo>
                  <a:cubicBezTo>
                    <a:pt x="100" y="1235"/>
                    <a:pt x="67" y="1335"/>
                    <a:pt x="67" y="1435"/>
                  </a:cubicBezTo>
                  <a:cubicBezTo>
                    <a:pt x="67" y="1568"/>
                    <a:pt x="34" y="1735"/>
                    <a:pt x="34" y="1869"/>
                  </a:cubicBezTo>
                  <a:cubicBezTo>
                    <a:pt x="34" y="2035"/>
                    <a:pt x="0" y="2236"/>
                    <a:pt x="0" y="2402"/>
                  </a:cubicBezTo>
                  <a:cubicBezTo>
                    <a:pt x="0" y="2502"/>
                    <a:pt x="0" y="2636"/>
                    <a:pt x="0" y="2736"/>
                  </a:cubicBezTo>
                  <a:cubicBezTo>
                    <a:pt x="0" y="9708"/>
                    <a:pt x="5638" y="15378"/>
                    <a:pt x="12609" y="15378"/>
                  </a:cubicBezTo>
                  <a:cubicBezTo>
                    <a:pt x="12743" y="15378"/>
                    <a:pt x="12876" y="15345"/>
                    <a:pt x="12976" y="15345"/>
                  </a:cubicBezTo>
                  <a:lnTo>
                    <a:pt x="13276" y="15345"/>
                  </a:lnTo>
                  <a:cubicBezTo>
                    <a:pt x="13376" y="15345"/>
                    <a:pt x="13477" y="15345"/>
                    <a:pt x="13577" y="15312"/>
                  </a:cubicBezTo>
                  <a:cubicBezTo>
                    <a:pt x="13710" y="15312"/>
                    <a:pt x="13843" y="15312"/>
                    <a:pt x="13977" y="15278"/>
                  </a:cubicBezTo>
                  <a:cubicBezTo>
                    <a:pt x="14044" y="15278"/>
                    <a:pt x="14144" y="15278"/>
                    <a:pt x="14210" y="15245"/>
                  </a:cubicBezTo>
                  <a:cubicBezTo>
                    <a:pt x="14310" y="15245"/>
                    <a:pt x="14444" y="15245"/>
                    <a:pt x="14544" y="15211"/>
                  </a:cubicBezTo>
                  <a:cubicBezTo>
                    <a:pt x="14677" y="15211"/>
                    <a:pt x="14811" y="15178"/>
                    <a:pt x="14978" y="15145"/>
                  </a:cubicBezTo>
                  <a:cubicBezTo>
                    <a:pt x="15244" y="15078"/>
                    <a:pt x="15511" y="15045"/>
                    <a:pt x="15778" y="14978"/>
                  </a:cubicBezTo>
                  <a:cubicBezTo>
                    <a:pt x="17079" y="14611"/>
                    <a:pt x="18280" y="14077"/>
                    <a:pt x="19381" y="13377"/>
                  </a:cubicBezTo>
                  <a:lnTo>
                    <a:pt x="26753" y="15378"/>
                  </a:lnTo>
                  <a:lnTo>
                    <a:pt x="24518" y="6972"/>
                  </a:lnTo>
                  <a:cubicBezTo>
                    <a:pt x="24618" y="6639"/>
                    <a:pt x="24718" y="6305"/>
                    <a:pt x="24818" y="5938"/>
                  </a:cubicBezTo>
                  <a:cubicBezTo>
                    <a:pt x="24851" y="5771"/>
                    <a:pt x="24918" y="5605"/>
                    <a:pt x="24951" y="5438"/>
                  </a:cubicBezTo>
                  <a:cubicBezTo>
                    <a:pt x="24985" y="5304"/>
                    <a:pt x="25018" y="5138"/>
                    <a:pt x="25018" y="5004"/>
                  </a:cubicBezTo>
                  <a:cubicBezTo>
                    <a:pt x="25018" y="5004"/>
                    <a:pt x="25018" y="4971"/>
                    <a:pt x="25018" y="4971"/>
                  </a:cubicBezTo>
                  <a:cubicBezTo>
                    <a:pt x="25051" y="4937"/>
                    <a:pt x="25051" y="4871"/>
                    <a:pt x="25051" y="4804"/>
                  </a:cubicBezTo>
                  <a:cubicBezTo>
                    <a:pt x="25085" y="4671"/>
                    <a:pt x="25118" y="4537"/>
                    <a:pt x="25118" y="4370"/>
                  </a:cubicBezTo>
                  <a:cubicBezTo>
                    <a:pt x="25152" y="4204"/>
                    <a:pt x="25152" y="4037"/>
                    <a:pt x="25185" y="3837"/>
                  </a:cubicBezTo>
                  <a:cubicBezTo>
                    <a:pt x="25185" y="3703"/>
                    <a:pt x="25185" y="3570"/>
                    <a:pt x="25218" y="3470"/>
                  </a:cubicBezTo>
                  <a:cubicBezTo>
                    <a:pt x="25218" y="3436"/>
                    <a:pt x="25218" y="3403"/>
                    <a:pt x="25218" y="3403"/>
                  </a:cubicBezTo>
                  <a:cubicBezTo>
                    <a:pt x="25218" y="3336"/>
                    <a:pt x="25218" y="3270"/>
                    <a:pt x="25218" y="3203"/>
                  </a:cubicBezTo>
                  <a:cubicBezTo>
                    <a:pt x="25218" y="3036"/>
                    <a:pt x="25218" y="2903"/>
                    <a:pt x="25218" y="2736"/>
                  </a:cubicBezTo>
                  <a:cubicBezTo>
                    <a:pt x="25218" y="2636"/>
                    <a:pt x="25218" y="2502"/>
                    <a:pt x="25218" y="2402"/>
                  </a:cubicBezTo>
                  <a:cubicBezTo>
                    <a:pt x="25218" y="2236"/>
                    <a:pt x="25218" y="2035"/>
                    <a:pt x="25185" y="1869"/>
                  </a:cubicBezTo>
                  <a:cubicBezTo>
                    <a:pt x="25185" y="1735"/>
                    <a:pt x="25185" y="1568"/>
                    <a:pt x="25152" y="1435"/>
                  </a:cubicBezTo>
                  <a:cubicBezTo>
                    <a:pt x="25152" y="1335"/>
                    <a:pt x="25152" y="1235"/>
                    <a:pt x="25118" y="1135"/>
                  </a:cubicBezTo>
                  <a:cubicBezTo>
                    <a:pt x="25118" y="1035"/>
                    <a:pt x="25118" y="968"/>
                    <a:pt x="25085" y="868"/>
                  </a:cubicBezTo>
                  <a:cubicBezTo>
                    <a:pt x="25051" y="701"/>
                    <a:pt x="25018" y="501"/>
                    <a:pt x="24985" y="334"/>
                  </a:cubicBezTo>
                  <a:cubicBezTo>
                    <a:pt x="24985" y="234"/>
                    <a:pt x="24951" y="167"/>
                    <a:pt x="24951" y="67"/>
                  </a:cubicBezTo>
                  <a:cubicBezTo>
                    <a:pt x="24951" y="67"/>
                    <a:pt x="24951" y="34"/>
                    <a:pt x="24918" y="1"/>
                  </a:cubicBezTo>
                  <a:cubicBezTo>
                    <a:pt x="23684" y="5671"/>
                    <a:pt x="18647" y="9874"/>
                    <a:pt x="12609" y="9874"/>
                  </a:cubicBezTo>
                  <a:cubicBezTo>
                    <a:pt x="6605" y="9874"/>
                    <a:pt x="1568" y="5671"/>
                    <a:pt x="3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66"/>
            <p:cNvSpPr/>
            <p:nvPr/>
          </p:nvSpPr>
          <p:spPr>
            <a:xfrm>
              <a:off x="8253198" y="505798"/>
              <a:ext cx="384467" cy="384467"/>
            </a:xfrm>
            <a:custGeom>
              <a:avLst/>
              <a:gdLst/>
              <a:ahLst/>
              <a:cxnLst/>
              <a:rect l="l" t="t" r="r" b="b"/>
              <a:pathLst>
                <a:path w="8813" h="8813" extrusionOk="0">
                  <a:moveTo>
                    <a:pt x="2334" y="715"/>
                  </a:moveTo>
                  <a:cubicBezTo>
                    <a:pt x="2454" y="882"/>
                    <a:pt x="2596" y="1168"/>
                    <a:pt x="2596" y="1549"/>
                  </a:cubicBezTo>
                  <a:lnTo>
                    <a:pt x="2596" y="2025"/>
                  </a:lnTo>
                  <a:cubicBezTo>
                    <a:pt x="2596" y="2168"/>
                    <a:pt x="2477" y="2287"/>
                    <a:pt x="2334" y="2287"/>
                  </a:cubicBezTo>
                  <a:cubicBezTo>
                    <a:pt x="2192" y="2287"/>
                    <a:pt x="2073" y="2168"/>
                    <a:pt x="2073" y="2025"/>
                  </a:cubicBezTo>
                  <a:lnTo>
                    <a:pt x="2073" y="1549"/>
                  </a:lnTo>
                  <a:cubicBezTo>
                    <a:pt x="2073" y="1168"/>
                    <a:pt x="2215" y="882"/>
                    <a:pt x="2334" y="715"/>
                  </a:cubicBezTo>
                  <a:close/>
                  <a:moveTo>
                    <a:pt x="4406" y="525"/>
                  </a:moveTo>
                  <a:cubicBezTo>
                    <a:pt x="4692" y="525"/>
                    <a:pt x="4930" y="763"/>
                    <a:pt x="4930" y="1049"/>
                  </a:cubicBezTo>
                  <a:lnTo>
                    <a:pt x="4930" y="1763"/>
                  </a:lnTo>
                  <a:cubicBezTo>
                    <a:pt x="4930" y="2049"/>
                    <a:pt x="4692" y="2287"/>
                    <a:pt x="4406" y="2287"/>
                  </a:cubicBezTo>
                  <a:cubicBezTo>
                    <a:pt x="4121" y="2287"/>
                    <a:pt x="3882" y="2049"/>
                    <a:pt x="3882" y="1763"/>
                  </a:cubicBezTo>
                  <a:lnTo>
                    <a:pt x="3882" y="1049"/>
                  </a:lnTo>
                  <a:cubicBezTo>
                    <a:pt x="3882" y="763"/>
                    <a:pt x="4121" y="525"/>
                    <a:pt x="4406" y="525"/>
                  </a:cubicBezTo>
                  <a:close/>
                  <a:moveTo>
                    <a:pt x="6478" y="715"/>
                  </a:moveTo>
                  <a:cubicBezTo>
                    <a:pt x="6597" y="882"/>
                    <a:pt x="6740" y="1168"/>
                    <a:pt x="6740" y="1549"/>
                  </a:cubicBezTo>
                  <a:lnTo>
                    <a:pt x="6740" y="2025"/>
                  </a:lnTo>
                  <a:cubicBezTo>
                    <a:pt x="6740" y="2168"/>
                    <a:pt x="6621" y="2287"/>
                    <a:pt x="6478" y="2287"/>
                  </a:cubicBezTo>
                  <a:cubicBezTo>
                    <a:pt x="6335" y="2287"/>
                    <a:pt x="6216" y="2168"/>
                    <a:pt x="6216" y="2025"/>
                  </a:cubicBezTo>
                  <a:lnTo>
                    <a:pt x="6216" y="1549"/>
                  </a:lnTo>
                  <a:cubicBezTo>
                    <a:pt x="6216" y="1168"/>
                    <a:pt x="6359" y="882"/>
                    <a:pt x="6478" y="715"/>
                  </a:cubicBezTo>
                  <a:close/>
                  <a:moveTo>
                    <a:pt x="7502" y="3383"/>
                  </a:moveTo>
                  <a:cubicBezTo>
                    <a:pt x="7645" y="3383"/>
                    <a:pt x="7764" y="3502"/>
                    <a:pt x="7764" y="3644"/>
                  </a:cubicBezTo>
                  <a:lnTo>
                    <a:pt x="7764" y="4145"/>
                  </a:lnTo>
                  <a:lnTo>
                    <a:pt x="1049" y="4145"/>
                  </a:lnTo>
                  <a:lnTo>
                    <a:pt x="1049" y="3644"/>
                  </a:lnTo>
                  <a:cubicBezTo>
                    <a:pt x="1049" y="3502"/>
                    <a:pt x="1144" y="3383"/>
                    <a:pt x="1287" y="3383"/>
                  </a:cubicBezTo>
                  <a:cubicBezTo>
                    <a:pt x="1430" y="3383"/>
                    <a:pt x="1549" y="3502"/>
                    <a:pt x="1549" y="3644"/>
                  </a:cubicBezTo>
                  <a:lnTo>
                    <a:pt x="1549" y="3906"/>
                  </a:lnTo>
                  <a:lnTo>
                    <a:pt x="2073" y="3906"/>
                  </a:lnTo>
                  <a:cubicBezTo>
                    <a:pt x="2073" y="3740"/>
                    <a:pt x="2192" y="3644"/>
                    <a:pt x="2334" y="3644"/>
                  </a:cubicBezTo>
                  <a:cubicBezTo>
                    <a:pt x="2477" y="3644"/>
                    <a:pt x="2596" y="3740"/>
                    <a:pt x="2596" y="3906"/>
                  </a:cubicBezTo>
                  <a:lnTo>
                    <a:pt x="3097" y="3906"/>
                  </a:lnTo>
                  <a:lnTo>
                    <a:pt x="3097" y="3644"/>
                  </a:lnTo>
                  <a:cubicBezTo>
                    <a:pt x="3097" y="3502"/>
                    <a:pt x="3216" y="3383"/>
                    <a:pt x="3359" y="3383"/>
                  </a:cubicBezTo>
                  <a:cubicBezTo>
                    <a:pt x="3501" y="3383"/>
                    <a:pt x="3620" y="3502"/>
                    <a:pt x="3620" y="3644"/>
                  </a:cubicBezTo>
                  <a:lnTo>
                    <a:pt x="3620" y="3906"/>
                  </a:lnTo>
                  <a:lnTo>
                    <a:pt x="4144" y="3906"/>
                  </a:lnTo>
                  <a:cubicBezTo>
                    <a:pt x="4144" y="3740"/>
                    <a:pt x="4263" y="3644"/>
                    <a:pt x="4406" y="3644"/>
                  </a:cubicBezTo>
                  <a:cubicBezTo>
                    <a:pt x="4549" y="3644"/>
                    <a:pt x="4668" y="3740"/>
                    <a:pt x="4668" y="3906"/>
                  </a:cubicBezTo>
                  <a:lnTo>
                    <a:pt x="5168" y="3906"/>
                  </a:lnTo>
                  <a:lnTo>
                    <a:pt x="5168" y="3644"/>
                  </a:lnTo>
                  <a:cubicBezTo>
                    <a:pt x="5168" y="3502"/>
                    <a:pt x="5287" y="3383"/>
                    <a:pt x="5430" y="3383"/>
                  </a:cubicBezTo>
                  <a:cubicBezTo>
                    <a:pt x="5573" y="3383"/>
                    <a:pt x="5692" y="3502"/>
                    <a:pt x="5692" y="3644"/>
                  </a:cubicBezTo>
                  <a:lnTo>
                    <a:pt x="5692" y="3906"/>
                  </a:lnTo>
                  <a:lnTo>
                    <a:pt x="6216" y="3906"/>
                  </a:lnTo>
                  <a:cubicBezTo>
                    <a:pt x="6216" y="3740"/>
                    <a:pt x="6335" y="3644"/>
                    <a:pt x="6478" y="3644"/>
                  </a:cubicBezTo>
                  <a:cubicBezTo>
                    <a:pt x="6621" y="3644"/>
                    <a:pt x="6740" y="3740"/>
                    <a:pt x="6740" y="3906"/>
                  </a:cubicBezTo>
                  <a:lnTo>
                    <a:pt x="7240" y="3906"/>
                  </a:lnTo>
                  <a:lnTo>
                    <a:pt x="7240" y="3644"/>
                  </a:lnTo>
                  <a:cubicBezTo>
                    <a:pt x="7240" y="3502"/>
                    <a:pt x="7359" y="3383"/>
                    <a:pt x="7502" y="3383"/>
                  </a:cubicBezTo>
                  <a:close/>
                  <a:moveTo>
                    <a:pt x="2644" y="4668"/>
                  </a:moveTo>
                  <a:cubicBezTo>
                    <a:pt x="2620" y="4740"/>
                    <a:pt x="2596" y="4835"/>
                    <a:pt x="2596" y="4930"/>
                  </a:cubicBezTo>
                  <a:cubicBezTo>
                    <a:pt x="2596" y="5073"/>
                    <a:pt x="2477" y="5192"/>
                    <a:pt x="2334" y="5192"/>
                  </a:cubicBezTo>
                  <a:lnTo>
                    <a:pt x="596" y="5192"/>
                  </a:lnTo>
                  <a:cubicBezTo>
                    <a:pt x="572" y="5026"/>
                    <a:pt x="548" y="4835"/>
                    <a:pt x="525" y="4668"/>
                  </a:cubicBezTo>
                  <a:close/>
                  <a:moveTo>
                    <a:pt x="8288" y="4668"/>
                  </a:moveTo>
                  <a:cubicBezTo>
                    <a:pt x="8264" y="4835"/>
                    <a:pt x="8240" y="5026"/>
                    <a:pt x="8217" y="5192"/>
                  </a:cubicBezTo>
                  <a:lnTo>
                    <a:pt x="4930" y="5192"/>
                  </a:lnTo>
                  <a:cubicBezTo>
                    <a:pt x="4502" y="5192"/>
                    <a:pt x="4144" y="5526"/>
                    <a:pt x="4144" y="5954"/>
                  </a:cubicBezTo>
                  <a:cubicBezTo>
                    <a:pt x="4144" y="6383"/>
                    <a:pt x="4502" y="6740"/>
                    <a:pt x="4930" y="6740"/>
                  </a:cubicBezTo>
                  <a:cubicBezTo>
                    <a:pt x="5073" y="6740"/>
                    <a:pt x="5192" y="6859"/>
                    <a:pt x="5192" y="7002"/>
                  </a:cubicBezTo>
                  <a:cubicBezTo>
                    <a:pt x="5192" y="7145"/>
                    <a:pt x="5073" y="7264"/>
                    <a:pt x="4930" y="7264"/>
                  </a:cubicBezTo>
                  <a:lnTo>
                    <a:pt x="3882" y="7264"/>
                  </a:lnTo>
                  <a:cubicBezTo>
                    <a:pt x="3870" y="7264"/>
                    <a:pt x="3858" y="7263"/>
                    <a:pt x="3846" y="7263"/>
                  </a:cubicBezTo>
                  <a:cubicBezTo>
                    <a:pt x="3455" y="7263"/>
                    <a:pt x="3097" y="7634"/>
                    <a:pt x="3120" y="8026"/>
                  </a:cubicBezTo>
                  <a:lnTo>
                    <a:pt x="3120" y="8074"/>
                  </a:lnTo>
                  <a:cubicBezTo>
                    <a:pt x="2573" y="7883"/>
                    <a:pt x="2073" y="7574"/>
                    <a:pt x="1668" y="7169"/>
                  </a:cubicBezTo>
                  <a:cubicBezTo>
                    <a:pt x="1239" y="6740"/>
                    <a:pt x="929" y="6240"/>
                    <a:pt x="739" y="5716"/>
                  </a:cubicBezTo>
                  <a:lnTo>
                    <a:pt x="2334" y="5716"/>
                  </a:lnTo>
                  <a:cubicBezTo>
                    <a:pt x="2763" y="5716"/>
                    <a:pt x="3120" y="5359"/>
                    <a:pt x="3120" y="4930"/>
                  </a:cubicBezTo>
                  <a:cubicBezTo>
                    <a:pt x="3120" y="4788"/>
                    <a:pt x="3216" y="4668"/>
                    <a:pt x="3359" y="4668"/>
                  </a:cubicBezTo>
                  <a:close/>
                  <a:moveTo>
                    <a:pt x="8074" y="5716"/>
                  </a:moveTo>
                  <a:cubicBezTo>
                    <a:pt x="7883" y="6240"/>
                    <a:pt x="7574" y="6740"/>
                    <a:pt x="7145" y="7169"/>
                  </a:cubicBezTo>
                  <a:cubicBezTo>
                    <a:pt x="6407" y="7883"/>
                    <a:pt x="5430" y="8288"/>
                    <a:pt x="4406" y="8288"/>
                  </a:cubicBezTo>
                  <a:cubicBezTo>
                    <a:pt x="4144" y="8288"/>
                    <a:pt x="3882" y="8264"/>
                    <a:pt x="3620" y="8217"/>
                  </a:cubicBezTo>
                  <a:lnTo>
                    <a:pt x="3620" y="8026"/>
                  </a:lnTo>
                  <a:cubicBezTo>
                    <a:pt x="3620" y="7907"/>
                    <a:pt x="3740" y="7764"/>
                    <a:pt x="3882" y="7764"/>
                  </a:cubicBezTo>
                  <a:lnTo>
                    <a:pt x="4930" y="7764"/>
                  </a:lnTo>
                  <a:cubicBezTo>
                    <a:pt x="5359" y="7764"/>
                    <a:pt x="5692" y="7431"/>
                    <a:pt x="5692" y="7002"/>
                  </a:cubicBezTo>
                  <a:cubicBezTo>
                    <a:pt x="5692" y="6574"/>
                    <a:pt x="5359" y="6216"/>
                    <a:pt x="4930" y="6216"/>
                  </a:cubicBezTo>
                  <a:cubicBezTo>
                    <a:pt x="4787" y="6216"/>
                    <a:pt x="4668" y="6097"/>
                    <a:pt x="4668" y="5954"/>
                  </a:cubicBezTo>
                  <a:cubicBezTo>
                    <a:pt x="4668" y="5812"/>
                    <a:pt x="4787" y="5716"/>
                    <a:pt x="4930" y="5716"/>
                  </a:cubicBezTo>
                  <a:close/>
                  <a:moveTo>
                    <a:pt x="2334" y="1"/>
                  </a:moveTo>
                  <a:cubicBezTo>
                    <a:pt x="2073" y="215"/>
                    <a:pt x="1596" y="572"/>
                    <a:pt x="1549" y="1549"/>
                  </a:cubicBezTo>
                  <a:lnTo>
                    <a:pt x="1549" y="2025"/>
                  </a:lnTo>
                  <a:cubicBezTo>
                    <a:pt x="1549" y="2358"/>
                    <a:pt x="1763" y="2644"/>
                    <a:pt x="2073" y="2763"/>
                  </a:cubicBezTo>
                  <a:lnTo>
                    <a:pt x="2073" y="3168"/>
                  </a:lnTo>
                  <a:cubicBezTo>
                    <a:pt x="2025" y="3168"/>
                    <a:pt x="2001" y="3192"/>
                    <a:pt x="1953" y="3216"/>
                  </a:cubicBezTo>
                  <a:cubicBezTo>
                    <a:pt x="1811" y="3001"/>
                    <a:pt x="1572" y="2859"/>
                    <a:pt x="1287" y="2859"/>
                  </a:cubicBezTo>
                  <a:cubicBezTo>
                    <a:pt x="882" y="2859"/>
                    <a:pt x="525" y="3216"/>
                    <a:pt x="525" y="3644"/>
                  </a:cubicBezTo>
                  <a:lnTo>
                    <a:pt x="525" y="4145"/>
                  </a:lnTo>
                  <a:lnTo>
                    <a:pt x="1" y="4145"/>
                  </a:lnTo>
                  <a:lnTo>
                    <a:pt x="1" y="4407"/>
                  </a:lnTo>
                  <a:cubicBezTo>
                    <a:pt x="1" y="5597"/>
                    <a:pt x="453" y="6693"/>
                    <a:pt x="1287" y="7526"/>
                  </a:cubicBezTo>
                  <a:cubicBezTo>
                    <a:pt x="2120" y="8360"/>
                    <a:pt x="3239" y="8812"/>
                    <a:pt x="4406" y="8812"/>
                  </a:cubicBezTo>
                  <a:cubicBezTo>
                    <a:pt x="5573" y="8812"/>
                    <a:pt x="6693" y="8360"/>
                    <a:pt x="7526" y="7526"/>
                  </a:cubicBezTo>
                  <a:cubicBezTo>
                    <a:pt x="8336" y="6693"/>
                    <a:pt x="8812" y="5597"/>
                    <a:pt x="8812" y="4407"/>
                  </a:cubicBezTo>
                  <a:lnTo>
                    <a:pt x="8812" y="4145"/>
                  </a:lnTo>
                  <a:lnTo>
                    <a:pt x="8288" y="4145"/>
                  </a:lnTo>
                  <a:lnTo>
                    <a:pt x="8288" y="3644"/>
                  </a:lnTo>
                  <a:cubicBezTo>
                    <a:pt x="8288" y="3216"/>
                    <a:pt x="7931" y="2859"/>
                    <a:pt x="7502" y="2859"/>
                  </a:cubicBezTo>
                  <a:cubicBezTo>
                    <a:pt x="7240" y="2859"/>
                    <a:pt x="7002" y="3001"/>
                    <a:pt x="6859" y="3216"/>
                  </a:cubicBezTo>
                  <a:cubicBezTo>
                    <a:pt x="6812" y="3192"/>
                    <a:pt x="6764" y="3168"/>
                    <a:pt x="6740" y="3168"/>
                  </a:cubicBezTo>
                  <a:lnTo>
                    <a:pt x="6740" y="2763"/>
                  </a:lnTo>
                  <a:cubicBezTo>
                    <a:pt x="7026" y="2644"/>
                    <a:pt x="7240" y="2358"/>
                    <a:pt x="7240" y="2025"/>
                  </a:cubicBezTo>
                  <a:lnTo>
                    <a:pt x="7240" y="1549"/>
                  </a:lnTo>
                  <a:cubicBezTo>
                    <a:pt x="7216" y="406"/>
                    <a:pt x="6526" y="72"/>
                    <a:pt x="6478" y="1"/>
                  </a:cubicBezTo>
                  <a:cubicBezTo>
                    <a:pt x="6216" y="215"/>
                    <a:pt x="5740" y="572"/>
                    <a:pt x="5692" y="1549"/>
                  </a:cubicBezTo>
                  <a:lnTo>
                    <a:pt x="5692" y="2025"/>
                  </a:lnTo>
                  <a:cubicBezTo>
                    <a:pt x="5692" y="2358"/>
                    <a:pt x="5907" y="2644"/>
                    <a:pt x="6216" y="2763"/>
                  </a:cubicBezTo>
                  <a:lnTo>
                    <a:pt x="6216" y="3168"/>
                  </a:lnTo>
                  <a:cubicBezTo>
                    <a:pt x="6169" y="3168"/>
                    <a:pt x="6121" y="3192"/>
                    <a:pt x="6097" y="3216"/>
                  </a:cubicBezTo>
                  <a:cubicBezTo>
                    <a:pt x="5954" y="3001"/>
                    <a:pt x="5716" y="2859"/>
                    <a:pt x="5430" y="2859"/>
                  </a:cubicBezTo>
                  <a:cubicBezTo>
                    <a:pt x="5168" y="2859"/>
                    <a:pt x="4930" y="3001"/>
                    <a:pt x="4787" y="3216"/>
                  </a:cubicBezTo>
                  <a:cubicBezTo>
                    <a:pt x="4740" y="3192"/>
                    <a:pt x="4716" y="3168"/>
                    <a:pt x="4668" y="3168"/>
                  </a:cubicBezTo>
                  <a:lnTo>
                    <a:pt x="4668" y="2763"/>
                  </a:lnTo>
                  <a:cubicBezTo>
                    <a:pt x="5097" y="2668"/>
                    <a:pt x="5430" y="2263"/>
                    <a:pt x="5430" y="1763"/>
                  </a:cubicBezTo>
                  <a:lnTo>
                    <a:pt x="5430" y="1049"/>
                  </a:lnTo>
                  <a:cubicBezTo>
                    <a:pt x="5430" y="477"/>
                    <a:pt x="4978" y="1"/>
                    <a:pt x="4406" y="1"/>
                  </a:cubicBezTo>
                  <a:cubicBezTo>
                    <a:pt x="3835" y="1"/>
                    <a:pt x="3359" y="477"/>
                    <a:pt x="3359" y="1049"/>
                  </a:cubicBezTo>
                  <a:lnTo>
                    <a:pt x="3359" y="1763"/>
                  </a:lnTo>
                  <a:cubicBezTo>
                    <a:pt x="3359" y="2263"/>
                    <a:pt x="3692" y="2668"/>
                    <a:pt x="4144" y="2763"/>
                  </a:cubicBezTo>
                  <a:lnTo>
                    <a:pt x="4144" y="3168"/>
                  </a:lnTo>
                  <a:cubicBezTo>
                    <a:pt x="4097" y="3168"/>
                    <a:pt x="4073" y="3192"/>
                    <a:pt x="4025" y="3216"/>
                  </a:cubicBezTo>
                  <a:cubicBezTo>
                    <a:pt x="3882" y="3001"/>
                    <a:pt x="3644" y="2859"/>
                    <a:pt x="3359" y="2859"/>
                  </a:cubicBezTo>
                  <a:cubicBezTo>
                    <a:pt x="3097" y="2859"/>
                    <a:pt x="2858" y="3001"/>
                    <a:pt x="2716" y="3216"/>
                  </a:cubicBezTo>
                  <a:cubicBezTo>
                    <a:pt x="2668" y="3192"/>
                    <a:pt x="2644" y="3168"/>
                    <a:pt x="2596" y="3168"/>
                  </a:cubicBezTo>
                  <a:lnTo>
                    <a:pt x="2596" y="2763"/>
                  </a:lnTo>
                  <a:cubicBezTo>
                    <a:pt x="2882" y="2644"/>
                    <a:pt x="3120" y="2358"/>
                    <a:pt x="3120" y="2025"/>
                  </a:cubicBezTo>
                  <a:lnTo>
                    <a:pt x="3120" y="1549"/>
                  </a:lnTo>
                  <a:cubicBezTo>
                    <a:pt x="3073" y="406"/>
                    <a:pt x="2382" y="72"/>
                    <a:pt x="233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0" name="Google Shape;1390;p66"/>
          <p:cNvGrpSpPr/>
          <p:nvPr/>
        </p:nvGrpSpPr>
        <p:grpSpPr>
          <a:xfrm>
            <a:off x="299488" y="1662675"/>
            <a:ext cx="467875" cy="467850"/>
            <a:chOff x="5425700" y="2807450"/>
            <a:chExt cx="467875" cy="467850"/>
          </a:xfrm>
        </p:grpSpPr>
        <p:sp>
          <p:nvSpPr>
            <p:cNvPr id="1391" name="Google Shape;1391;p66"/>
            <p:cNvSpPr/>
            <p:nvPr/>
          </p:nvSpPr>
          <p:spPr>
            <a:xfrm>
              <a:off x="5660050" y="2807450"/>
              <a:ext cx="25" cy="134300"/>
            </a:xfrm>
            <a:custGeom>
              <a:avLst/>
              <a:gdLst/>
              <a:ahLst/>
              <a:cxnLst/>
              <a:rect l="l" t="t" r="r" b="b"/>
              <a:pathLst>
                <a:path w="1" h="5372" fill="none" extrusionOk="0">
                  <a:moveTo>
                    <a:pt x="0" y="1"/>
                  </a:moveTo>
                  <a:lnTo>
                    <a:pt x="0" y="537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66"/>
            <p:cNvSpPr/>
            <p:nvPr/>
          </p:nvSpPr>
          <p:spPr>
            <a:xfrm>
              <a:off x="5730100" y="2875825"/>
              <a:ext cx="95100" cy="95100"/>
            </a:xfrm>
            <a:custGeom>
              <a:avLst/>
              <a:gdLst/>
              <a:ahLst/>
              <a:cxnLst/>
              <a:rect l="l" t="t" r="r" b="b"/>
              <a:pathLst>
                <a:path w="3804" h="3804" fill="none" extrusionOk="0">
                  <a:moveTo>
                    <a:pt x="3803" y="1"/>
                  </a:moveTo>
                  <a:lnTo>
                    <a:pt x="0" y="3804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66"/>
            <p:cNvSpPr/>
            <p:nvPr/>
          </p:nvSpPr>
          <p:spPr>
            <a:xfrm>
              <a:off x="5759275" y="3040950"/>
              <a:ext cx="134300" cy="25"/>
            </a:xfrm>
            <a:custGeom>
              <a:avLst/>
              <a:gdLst/>
              <a:ahLst/>
              <a:cxnLst/>
              <a:rect l="l" t="t" r="r" b="b"/>
              <a:pathLst>
                <a:path w="5372" h="1" fill="none" extrusionOk="0">
                  <a:moveTo>
                    <a:pt x="5371" y="1"/>
                  </a:moveTo>
                  <a:lnTo>
                    <a:pt x="1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66"/>
            <p:cNvSpPr/>
            <p:nvPr/>
          </p:nvSpPr>
          <p:spPr>
            <a:xfrm>
              <a:off x="5730100" y="3111000"/>
              <a:ext cx="95100" cy="95925"/>
            </a:xfrm>
            <a:custGeom>
              <a:avLst/>
              <a:gdLst/>
              <a:ahLst/>
              <a:cxnLst/>
              <a:rect l="l" t="t" r="r" b="b"/>
              <a:pathLst>
                <a:path w="3804" h="3837" fill="none" extrusionOk="0">
                  <a:moveTo>
                    <a:pt x="3803" y="3837"/>
                  </a:moveTo>
                  <a:lnTo>
                    <a:pt x="0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66"/>
            <p:cNvSpPr/>
            <p:nvPr/>
          </p:nvSpPr>
          <p:spPr>
            <a:xfrm>
              <a:off x="5660050" y="3140200"/>
              <a:ext cx="25" cy="135100"/>
            </a:xfrm>
            <a:custGeom>
              <a:avLst/>
              <a:gdLst/>
              <a:ahLst/>
              <a:cxnLst/>
              <a:rect l="l" t="t" r="r" b="b"/>
              <a:pathLst>
                <a:path w="1" h="5404" fill="none" extrusionOk="0">
                  <a:moveTo>
                    <a:pt x="0" y="5404"/>
                  </a:moveTo>
                  <a:lnTo>
                    <a:pt x="0" y="0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66"/>
            <p:cNvSpPr/>
            <p:nvPr/>
          </p:nvSpPr>
          <p:spPr>
            <a:xfrm>
              <a:off x="5494100" y="3111000"/>
              <a:ext cx="95925" cy="95925"/>
            </a:xfrm>
            <a:custGeom>
              <a:avLst/>
              <a:gdLst/>
              <a:ahLst/>
              <a:cxnLst/>
              <a:rect l="l" t="t" r="r" b="b"/>
              <a:pathLst>
                <a:path w="3837" h="3837" fill="none" extrusionOk="0">
                  <a:moveTo>
                    <a:pt x="0" y="3837"/>
                  </a:moveTo>
                  <a:lnTo>
                    <a:pt x="3836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66"/>
            <p:cNvSpPr/>
            <p:nvPr/>
          </p:nvSpPr>
          <p:spPr>
            <a:xfrm>
              <a:off x="5425700" y="3040950"/>
              <a:ext cx="135125" cy="25"/>
            </a:xfrm>
            <a:custGeom>
              <a:avLst/>
              <a:gdLst/>
              <a:ahLst/>
              <a:cxnLst/>
              <a:rect l="l" t="t" r="r" b="b"/>
              <a:pathLst>
                <a:path w="5405" h="1" fill="none" extrusionOk="0">
                  <a:moveTo>
                    <a:pt x="1" y="1"/>
                  </a:moveTo>
                  <a:lnTo>
                    <a:pt x="5405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66"/>
            <p:cNvSpPr/>
            <p:nvPr/>
          </p:nvSpPr>
          <p:spPr>
            <a:xfrm>
              <a:off x="5494100" y="2875825"/>
              <a:ext cx="95925" cy="95100"/>
            </a:xfrm>
            <a:custGeom>
              <a:avLst/>
              <a:gdLst/>
              <a:ahLst/>
              <a:cxnLst/>
              <a:rect l="l" t="t" r="r" b="b"/>
              <a:pathLst>
                <a:path w="3837" h="3804" fill="none" extrusionOk="0">
                  <a:moveTo>
                    <a:pt x="0" y="1"/>
                  </a:moveTo>
                  <a:lnTo>
                    <a:pt x="3836" y="3804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4"/>
          <p:cNvSpPr/>
          <p:nvPr/>
        </p:nvSpPr>
        <p:spPr>
          <a:xfrm rot="900065" flipH="1">
            <a:off x="5649678" y="910305"/>
            <a:ext cx="4560493" cy="4241810"/>
          </a:xfrm>
          <a:custGeom>
            <a:avLst/>
            <a:gdLst/>
            <a:ahLst/>
            <a:cxnLst/>
            <a:rect l="l" t="t" r="r" b="b"/>
            <a:pathLst>
              <a:path w="131928" h="122709" extrusionOk="0">
                <a:moveTo>
                  <a:pt x="110272" y="1"/>
                </a:moveTo>
                <a:cubicBezTo>
                  <a:pt x="107794" y="1"/>
                  <a:pt x="105307" y="285"/>
                  <a:pt x="102940" y="806"/>
                </a:cubicBezTo>
                <a:cubicBezTo>
                  <a:pt x="94034" y="2774"/>
                  <a:pt x="85728" y="7411"/>
                  <a:pt x="79390" y="13982"/>
                </a:cubicBezTo>
                <a:cubicBezTo>
                  <a:pt x="71584" y="22049"/>
                  <a:pt x="64634" y="33954"/>
                  <a:pt x="53622" y="33954"/>
                </a:cubicBezTo>
                <a:cubicBezTo>
                  <a:pt x="53341" y="33954"/>
                  <a:pt x="53058" y="33946"/>
                  <a:pt x="52771" y="33930"/>
                </a:cubicBezTo>
                <a:cubicBezTo>
                  <a:pt x="48635" y="33697"/>
                  <a:pt x="44832" y="31662"/>
                  <a:pt x="40763" y="30861"/>
                </a:cubicBezTo>
                <a:cubicBezTo>
                  <a:pt x="39507" y="30623"/>
                  <a:pt x="38244" y="30510"/>
                  <a:pt x="36985" y="30510"/>
                </a:cubicBezTo>
                <a:cubicBezTo>
                  <a:pt x="29777" y="30510"/>
                  <a:pt x="22672" y="34224"/>
                  <a:pt x="17646" y="39534"/>
                </a:cubicBezTo>
                <a:cubicBezTo>
                  <a:pt x="11742" y="45772"/>
                  <a:pt x="8306" y="53944"/>
                  <a:pt x="5704" y="62117"/>
                </a:cubicBezTo>
                <a:cubicBezTo>
                  <a:pt x="2268" y="72791"/>
                  <a:pt x="0" y="84133"/>
                  <a:pt x="1801" y="95174"/>
                </a:cubicBezTo>
                <a:cubicBezTo>
                  <a:pt x="3569" y="106248"/>
                  <a:pt x="9173" y="119324"/>
                  <a:pt x="20115" y="121793"/>
                </a:cubicBezTo>
                <a:cubicBezTo>
                  <a:pt x="22930" y="122423"/>
                  <a:pt x="25939" y="122708"/>
                  <a:pt x="29054" y="122708"/>
                </a:cubicBezTo>
                <a:cubicBezTo>
                  <a:pt x="46239" y="122708"/>
                  <a:pt x="66644" y="114017"/>
                  <a:pt x="75454" y="106449"/>
                </a:cubicBezTo>
                <a:cubicBezTo>
                  <a:pt x="100138" y="85133"/>
                  <a:pt x="124556" y="59982"/>
                  <a:pt x="130460" y="27892"/>
                </a:cubicBezTo>
                <a:cubicBezTo>
                  <a:pt x="131728" y="21021"/>
                  <a:pt x="131928" y="13349"/>
                  <a:pt x="127858" y="7645"/>
                </a:cubicBezTo>
                <a:cubicBezTo>
                  <a:pt x="123958" y="2199"/>
                  <a:pt x="117154" y="1"/>
                  <a:pt x="11027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44"/>
          <p:cNvSpPr txBox="1">
            <a:spLocks noGrp="1"/>
          </p:cNvSpPr>
          <p:nvPr>
            <p:ph type="title" idx="15"/>
          </p:nvPr>
        </p:nvSpPr>
        <p:spPr>
          <a:xfrm>
            <a:off x="734625" y="539500"/>
            <a:ext cx="4814100" cy="5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Future Enhancements</a:t>
            </a:r>
            <a:r>
              <a:rPr lang="en-IN" b="0" dirty="0"/>
              <a:t/>
            </a:r>
            <a:br>
              <a:rPr lang="en-IN" b="0" dirty="0"/>
            </a:br>
            <a:r>
              <a:rPr lang="en-IN" dirty="0"/>
              <a:t/>
            </a:r>
            <a:br>
              <a:rPr lang="en-IN" dirty="0"/>
            </a:br>
            <a:endParaRPr dirty="0"/>
          </a:p>
        </p:txBody>
      </p:sp>
      <p:sp>
        <p:nvSpPr>
          <p:cNvPr id="310" name="Google Shape;310;p44"/>
          <p:cNvSpPr txBox="1">
            <a:spLocks noGrp="1"/>
          </p:cNvSpPr>
          <p:nvPr>
            <p:ph type="title"/>
          </p:nvPr>
        </p:nvSpPr>
        <p:spPr>
          <a:xfrm>
            <a:off x="1787625" y="1386225"/>
            <a:ext cx="37611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sz="2000" dirty="0"/>
              <a:t>Mobile App</a:t>
            </a:r>
            <a:endParaRPr sz="2000" dirty="0"/>
          </a:p>
        </p:txBody>
      </p:sp>
      <p:sp>
        <p:nvSpPr>
          <p:cNvPr id="311" name="Google Shape;311;p44"/>
          <p:cNvSpPr txBox="1">
            <a:spLocks noGrp="1"/>
          </p:cNvSpPr>
          <p:nvPr>
            <p:ph type="subTitle" idx="1"/>
          </p:nvPr>
        </p:nvSpPr>
        <p:spPr>
          <a:xfrm>
            <a:off x="1661337" y="1808075"/>
            <a:ext cx="449477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dirty="0"/>
              <a:t>iOS and Android applications for on-the-go requests and </a:t>
            </a:r>
            <a:r>
              <a:rPr lang="en-US" sz="1200" dirty="0" smtClean="0"/>
              <a:t>tracking.</a:t>
            </a:r>
            <a:endParaRPr lang="en-US" sz="1200" dirty="0"/>
          </a:p>
          <a:p>
            <a:r>
              <a:rPr lang="en-US" dirty="0"/>
              <a:t/>
            </a:r>
            <a:br>
              <a:rPr lang="en-US" dirty="0"/>
            </a:br>
            <a:endParaRPr dirty="0"/>
          </a:p>
        </p:txBody>
      </p:sp>
      <p:sp>
        <p:nvSpPr>
          <p:cNvPr id="312" name="Google Shape;312;p44"/>
          <p:cNvSpPr txBox="1">
            <a:spLocks noGrp="1"/>
          </p:cNvSpPr>
          <p:nvPr>
            <p:ph type="title" idx="2"/>
          </p:nvPr>
        </p:nvSpPr>
        <p:spPr>
          <a:xfrm>
            <a:off x="734625" y="1528602"/>
            <a:ext cx="915300" cy="5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13" name="Google Shape;313;p44"/>
          <p:cNvSpPr txBox="1">
            <a:spLocks noGrp="1"/>
          </p:cNvSpPr>
          <p:nvPr>
            <p:ph type="title" idx="3"/>
          </p:nvPr>
        </p:nvSpPr>
        <p:spPr>
          <a:xfrm>
            <a:off x="1787625" y="3020079"/>
            <a:ext cx="3746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IN" sz="2000" dirty="0"/>
              <a:t>Reward System</a:t>
            </a:r>
            <a:endParaRPr sz="2000" dirty="0"/>
          </a:p>
        </p:txBody>
      </p:sp>
      <p:sp>
        <p:nvSpPr>
          <p:cNvPr id="314" name="Google Shape;314;p44"/>
          <p:cNvSpPr txBox="1">
            <a:spLocks noGrp="1"/>
          </p:cNvSpPr>
          <p:nvPr>
            <p:ph type="subTitle" idx="4"/>
          </p:nvPr>
        </p:nvSpPr>
        <p:spPr>
          <a:xfrm>
            <a:off x="1661337" y="3366802"/>
            <a:ext cx="4455869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dirty="0"/>
              <a:t>Points and discounts for responsible e-waste </a:t>
            </a:r>
            <a:r>
              <a:rPr lang="en-US" sz="1200" dirty="0" smtClean="0"/>
              <a:t>disposal.</a:t>
            </a:r>
            <a:endParaRPr lang="en-US" sz="1200" dirty="0"/>
          </a:p>
        </p:txBody>
      </p:sp>
      <p:sp>
        <p:nvSpPr>
          <p:cNvPr id="315" name="Google Shape;315;p44"/>
          <p:cNvSpPr txBox="1">
            <a:spLocks noGrp="1"/>
          </p:cNvSpPr>
          <p:nvPr>
            <p:ph type="title" idx="5"/>
          </p:nvPr>
        </p:nvSpPr>
        <p:spPr>
          <a:xfrm>
            <a:off x="720000" y="3122902"/>
            <a:ext cx="915300" cy="5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16" name="Google Shape;316;p44"/>
          <p:cNvSpPr txBox="1">
            <a:spLocks noGrp="1"/>
          </p:cNvSpPr>
          <p:nvPr>
            <p:ph type="title" idx="6"/>
          </p:nvPr>
        </p:nvSpPr>
        <p:spPr>
          <a:xfrm>
            <a:off x="1787625" y="2183376"/>
            <a:ext cx="37611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IN" sz="2000" dirty="0"/>
              <a:t>GPS Integration</a:t>
            </a:r>
            <a:endParaRPr sz="2000" dirty="0"/>
          </a:p>
        </p:txBody>
      </p:sp>
      <p:sp>
        <p:nvSpPr>
          <p:cNvPr id="317" name="Google Shape;317;p44"/>
          <p:cNvSpPr txBox="1">
            <a:spLocks noGrp="1"/>
          </p:cNvSpPr>
          <p:nvPr>
            <p:ph type="subTitle" idx="7"/>
          </p:nvPr>
        </p:nvSpPr>
        <p:spPr>
          <a:xfrm>
            <a:off x="1643694" y="2578479"/>
            <a:ext cx="4344594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dirty="0"/>
              <a:t>Real-time pickup tracking with map visualization and </a:t>
            </a:r>
            <a:r>
              <a:rPr lang="en-US" sz="1200" dirty="0" smtClean="0"/>
              <a:t>estimated</a:t>
            </a:r>
            <a:endParaRPr lang="en-US" sz="1200" dirty="0"/>
          </a:p>
          <a:p>
            <a:r>
              <a:rPr lang="en-US" sz="1200" dirty="0"/>
              <a:t>arrival </a:t>
            </a:r>
            <a:r>
              <a:rPr lang="en-US" sz="1200" dirty="0" smtClean="0"/>
              <a:t>times.</a:t>
            </a:r>
            <a:endParaRPr lang="en-US" sz="1200" dirty="0"/>
          </a:p>
        </p:txBody>
      </p:sp>
      <p:sp>
        <p:nvSpPr>
          <p:cNvPr id="318" name="Google Shape;318;p44"/>
          <p:cNvSpPr txBox="1">
            <a:spLocks noGrp="1"/>
          </p:cNvSpPr>
          <p:nvPr>
            <p:ph type="title" idx="8"/>
          </p:nvPr>
        </p:nvSpPr>
        <p:spPr>
          <a:xfrm>
            <a:off x="720000" y="2325752"/>
            <a:ext cx="915300" cy="5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19" name="Google Shape;319;p44"/>
          <p:cNvSpPr txBox="1">
            <a:spLocks noGrp="1"/>
          </p:cNvSpPr>
          <p:nvPr>
            <p:ph type="title" idx="9"/>
          </p:nvPr>
        </p:nvSpPr>
        <p:spPr>
          <a:xfrm>
            <a:off x="1787625" y="3777676"/>
            <a:ext cx="3746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IN" sz="2000" dirty="0"/>
              <a:t>AI Chat Support</a:t>
            </a:r>
            <a:endParaRPr sz="2000" dirty="0"/>
          </a:p>
        </p:txBody>
      </p:sp>
      <p:sp>
        <p:nvSpPr>
          <p:cNvPr id="320" name="Google Shape;320;p44"/>
          <p:cNvSpPr txBox="1">
            <a:spLocks noGrp="1"/>
          </p:cNvSpPr>
          <p:nvPr>
            <p:ph type="subTitle" idx="13"/>
          </p:nvPr>
        </p:nvSpPr>
        <p:spPr>
          <a:xfrm>
            <a:off x="1659469" y="4157332"/>
            <a:ext cx="4496638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dirty="0"/>
              <a:t>Intelligent chatbot to resolve user queries </a:t>
            </a:r>
            <a:r>
              <a:rPr lang="en-US" sz="1200" dirty="0" smtClean="0"/>
              <a:t>instantly.</a:t>
            </a:r>
            <a:endParaRPr lang="en-US" sz="1200" dirty="0"/>
          </a:p>
        </p:txBody>
      </p:sp>
      <p:sp>
        <p:nvSpPr>
          <p:cNvPr id="321" name="Google Shape;321;p44"/>
          <p:cNvSpPr txBox="1">
            <a:spLocks noGrp="1"/>
          </p:cNvSpPr>
          <p:nvPr>
            <p:ph type="title" idx="14"/>
          </p:nvPr>
        </p:nvSpPr>
        <p:spPr>
          <a:xfrm>
            <a:off x="720000" y="3920052"/>
            <a:ext cx="915300" cy="5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322" name="Google Shape;322;p44"/>
          <p:cNvGrpSpPr/>
          <p:nvPr/>
        </p:nvGrpSpPr>
        <p:grpSpPr>
          <a:xfrm flipH="1">
            <a:off x="6023370" y="1101391"/>
            <a:ext cx="2908881" cy="6426104"/>
            <a:chOff x="2226750" y="1404400"/>
            <a:chExt cx="3179800" cy="7024600"/>
          </a:xfrm>
        </p:grpSpPr>
        <p:sp>
          <p:nvSpPr>
            <p:cNvPr id="323" name="Google Shape;323;p44"/>
            <p:cNvSpPr/>
            <p:nvPr/>
          </p:nvSpPr>
          <p:spPr>
            <a:xfrm>
              <a:off x="3649450" y="7858575"/>
              <a:ext cx="348600" cy="492025"/>
            </a:xfrm>
            <a:custGeom>
              <a:avLst/>
              <a:gdLst/>
              <a:ahLst/>
              <a:cxnLst/>
              <a:rect l="l" t="t" r="r" b="b"/>
              <a:pathLst>
                <a:path w="13944" h="19681" extrusionOk="0">
                  <a:moveTo>
                    <a:pt x="10875" y="0"/>
                  </a:moveTo>
                  <a:lnTo>
                    <a:pt x="267" y="400"/>
                  </a:lnTo>
                  <a:lnTo>
                    <a:pt x="0" y="10708"/>
                  </a:lnTo>
                  <a:lnTo>
                    <a:pt x="5004" y="19681"/>
                  </a:lnTo>
                  <a:lnTo>
                    <a:pt x="13944" y="12509"/>
                  </a:lnTo>
                  <a:lnTo>
                    <a:pt x="12609" y="10708"/>
                  </a:lnTo>
                  <a:lnTo>
                    <a:pt x="10875" y="0"/>
                  </a:lnTo>
                  <a:close/>
                </a:path>
              </a:pathLst>
            </a:custGeom>
            <a:solidFill>
              <a:srgbClr val="F985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44"/>
            <p:cNvSpPr/>
            <p:nvPr/>
          </p:nvSpPr>
          <p:spPr>
            <a:xfrm>
              <a:off x="3642775" y="7877750"/>
              <a:ext cx="149300" cy="378625"/>
            </a:xfrm>
            <a:custGeom>
              <a:avLst/>
              <a:gdLst/>
              <a:ahLst/>
              <a:cxnLst/>
              <a:rect l="l" t="t" r="r" b="b"/>
              <a:pathLst>
                <a:path w="5972" h="15145" extrusionOk="0">
                  <a:moveTo>
                    <a:pt x="4804" y="0"/>
                  </a:moveTo>
                  <a:lnTo>
                    <a:pt x="167" y="201"/>
                  </a:lnTo>
                  <a:lnTo>
                    <a:pt x="0" y="10508"/>
                  </a:lnTo>
                  <a:cubicBezTo>
                    <a:pt x="3236" y="13510"/>
                    <a:pt x="5971" y="15145"/>
                    <a:pt x="5971" y="15145"/>
                  </a:cubicBezTo>
                  <a:lnTo>
                    <a:pt x="4804" y="0"/>
                  </a:lnTo>
                  <a:close/>
                </a:path>
              </a:pathLst>
            </a:custGeom>
            <a:solidFill>
              <a:srgbClr val="A852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44"/>
            <p:cNvSpPr/>
            <p:nvPr/>
          </p:nvSpPr>
          <p:spPr>
            <a:xfrm>
              <a:off x="3608575" y="7966975"/>
              <a:ext cx="804775" cy="462025"/>
            </a:xfrm>
            <a:custGeom>
              <a:avLst/>
              <a:gdLst/>
              <a:ahLst/>
              <a:cxnLst/>
              <a:rect l="l" t="t" r="r" b="b"/>
              <a:pathLst>
                <a:path w="32191" h="18481" extrusionOk="0">
                  <a:moveTo>
                    <a:pt x="14645" y="1"/>
                  </a:moveTo>
                  <a:cubicBezTo>
                    <a:pt x="14645" y="1"/>
                    <a:pt x="7998" y="691"/>
                    <a:pt x="4124" y="691"/>
                  </a:cubicBezTo>
                  <a:cubicBezTo>
                    <a:pt x="2748" y="691"/>
                    <a:pt x="1722" y="604"/>
                    <a:pt x="1468" y="368"/>
                  </a:cubicBezTo>
                  <a:cubicBezTo>
                    <a:pt x="1465" y="365"/>
                    <a:pt x="1462" y="364"/>
                    <a:pt x="1459" y="364"/>
                  </a:cubicBezTo>
                  <a:cubicBezTo>
                    <a:pt x="1236" y="364"/>
                    <a:pt x="1268" y="6310"/>
                    <a:pt x="1235" y="6639"/>
                  </a:cubicBezTo>
                  <a:lnTo>
                    <a:pt x="1" y="18481"/>
                  </a:lnTo>
                  <a:lnTo>
                    <a:pt x="31523" y="18481"/>
                  </a:lnTo>
                  <a:cubicBezTo>
                    <a:pt x="31890" y="18481"/>
                    <a:pt x="32190" y="18080"/>
                    <a:pt x="32190" y="17580"/>
                  </a:cubicBezTo>
                  <a:lnTo>
                    <a:pt x="32090" y="16846"/>
                  </a:lnTo>
                  <a:cubicBezTo>
                    <a:pt x="31857" y="15212"/>
                    <a:pt x="30823" y="13811"/>
                    <a:pt x="29355" y="13110"/>
                  </a:cubicBezTo>
                  <a:lnTo>
                    <a:pt x="14911" y="6238"/>
                  </a:lnTo>
                  <a:lnTo>
                    <a:pt x="14645" y="1"/>
                  </a:lnTo>
                  <a:close/>
                </a:path>
              </a:pathLst>
            </a:custGeom>
            <a:solidFill>
              <a:srgbClr val="316A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44"/>
            <p:cNvSpPr/>
            <p:nvPr/>
          </p:nvSpPr>
          <p:spPr>
            <a:xfrm>
              <a:off x="3757025" y="7986150"/>
              <a:ext cx="207675" cy="173500"/>
            </a:xfrm>
            <a:custGeom>
              <a:avLst/>
              <a:gdLst/>
              <a:ahLst/>
              <a:cxnLst/>
              <a:rect l="l" t="t" r="r" b="b"/>
              <a:pathLst>
                <a:path w="8307" h="6940" fill="none" extrusionOk="0">
                  <a:moveTo>
                    <a:pt x="8306" y="5605"/>
                  </a:moveTo>
                  <a:cubicBezTo>
                    <a:pt x="8306" y="5605"/>
                    <a:pt x="2469" y="1"/>
                    <a:pt x="1235" y="3470"/>
                  </a:cubicBezTo>
                  <a:cubicBezTo>
                    <a:pt x="0" y="6939"/>
                    <a:pt x="8306" y="5605"/>
                    <a:pt x="8306" y="5605"/>
                  </a:cubicBezTo>
                  <a:close/>
                </a:path>
              </a:pathLst>
            </a:custGeom>
            <a:noFill/>
            <a:ln w="11675" cap="flat" cmpd="sng">
              <a:solidFill>
                <a:srgbClr val="FFFFFF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44"/>
            <p:cNvSpPr/>
            <p:nvPr/>
          </p:nvSpPr>
          <p:spPr>
            <a:xfrm>
              <a:off x="2366025" y="7791025"/>
              <a:ext cx="348600" cy="559575"/>
            </a:xfrm>
            <a:custGeom>
              <a:avLst/>
              <a:gdLst/>
              <a:ahLst/>
              <a:cxnLst/>
              <a:rect l="l" t="t" r="r" b="b"/>
              <a:pathLst>
                <a:path w="13944" h="22383" extrusionOk="0">
                  <a:moveTo>
                    <a:pt x="3003" y="0"/>
                  </a:moveTo>
                  <a:lnTo>
                    <a:pt x="1" y="13410"/>
                  </a:lnTo>
                  <a:lnTo>
                    <a:pt x="4971" y="22383"/>
                  </a:lnTo>
                  <a:lnTo>
                    <a:pt x="13944" y="15211"/>
                  </a:lnTo>
                  <a:lnTo>
                    <a:pt x="10041" y="12543"/>
                  </a:lnTo>
                  <a:lnTo>
                    <a:pt x="13744" y="1735"/>
                  </a:lnTo>
                  <a:lnTo>
                    <a:pt x="3003" y="0"/>
                  </a:lnTo>
                  <a:close/>
                </a:path>
              </a:pathLst>
            </a:custGeom>
            <a:solidFill>
              <a:srgbClr val="F985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44"/>
            <p:cNvSpPr/>
            <p:nvPr/>
          </p:nvSpPr>
          <p:spPr>
            <a:xfrm>
              <a:off x="2366025" y="7815200"/>
              <a:ext cx="172650" cy="429500"/>
            </a:xfrm>
            <a:custGeom>
              <a:avLst/>
              <a:gdLst/>
              <a:ahLst/>
              <a:cxnLst/>
              <a:rect l="l" t="t" r="r" b="b"/>
              <a:pathLst>
                <a:path w="6906" h="17180" extrusionOk="0">
                  <a:moveTo>
                    <a:pt x="6906" y="1"/>
                  </a:moveTo>
                  <a:lnTo>
                    <a:pt x="2236" y="201"/>
                  </a:lnTo>
                  <a:lnTo>
                    <a:pt x="1" y="12309"/>
                  </a:lnTo>
                  <a:cubicBezTo>
                    <a:pt x="3203" y="15312"/>
                    <a:pt x="3003" y="17180"/>
                    <a:pt x="3003" y="17180"/>
                  </a:cubicBezTo>
                  <a:lnTo>
                    <a:pt x="6906" y="1"/>
                  </a:lnTo>
                  <a:close/>
                </a:path>
              </a:pathLst>
            </a:custGeom>
            <a:solidFill>
              <a:srgbClr val="A852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44"/>
            <p:cNvSpPr/>
            <p:nvPr/>
          </p:nvSpPr>
          <p:spPr>
            <a:xfrm>
              <a:off x="2324325" y="7945225"/>
              <a:ext cx="804775" cy="483775"/>
            </a:xfrm>
            <a:custGeom>
              <a:avLst/>
              <a:gdLst/>
              <a:ahLst/>
              <a:cxnLst/>
              <a:rect l="l" t="t" r="r" b="b"/>
              <a:pathLst>
                <a:path w="32191" h="19351" extrusionOk="0">
                  <a:moveTo>
                    <a:pt x="2062" y="1"/>
                  </a:moveTo>
                  <a:cubicBezTo>
                    <a:pt x="1856" y="1"/>
                    <a:pt x="1301" y="7179"/>
                    <a:pt x="1268" y="7509"/>
                  </a:cubicBezTo>
                  <a:lnTo>
                    <a:pt x="1" y="19351"/>
                  </a:lnTo>
                  <a:lnTo>
                    <a:pt x="31523" y="19351"/>
                  </a:lnTo>
                  <a:cubicBezTo>
                    <a:pt x="31890" y="19351"/>
                    <a:pt x="32190" y="18950"/>
                    <a:pt x="32190" y="18450"/>
                  </a:cubicBezTo>
                  <a:lnTo>
                    <a:pt x="32124" y="18016"/>
                  </a:lnTo>
                  <a:cubicBezTo>
                    <a:pt x="31890" y="16215"/>
                    <a:pt x="30756" y="14647"/>
                    <a:pt x="29088" y="13880"/>
                  </a:cubicBezTo>
                  <a:lnTo>
                    <a:pt x="14911" y="7108"/>
                  </a:lnTo>
                  <a:cubicBezTo>
                    <a:pt x="14911" y="7108"/>
                    <a:pt x="15879" y="5541"/>
                    <a:pt x="15879" y="1504"/>
                  </a:cubicBezTo>
                  <a:cubicBezTo>
                    <a:pt x="15879" y="737"/>
                    <a:pt x="3070" y="904"/>
                    <a:pt x="2069" y="3"/>
                  </a:cubicBezTo>
                  <a:cubicBezTo>
                    <a:pt x="2067" y="1"/>
                    <a:pt x="2064" y="1"/>
                    <a:pt x="2062" y="1"/>
                  </a:cubicBezTo>
                  <a:close/>
                </a:path>
              </a:pathLst>
            </a:custGeom>
            <a:solidFill>
              <a:srgbClr val="316A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44"/>
            <p:cNvSpPr/>
            <p:nvPr/>
          </p:nvSpPr>
          <p:spPr>
            <a:xfrm>
              <a:off x="2481950" y="7992000"/>
              <a:ext cx="207675" cy="174300"/>
            </a:xfrm>
            <a:custGeom>
              <a:avLst/>
              <a:gdLst/>
              <a:ahLst/>
              <a:cxnLst/>
              <a:rect l="l" t="t" r="r" b="b"/>
              <a:pathLst>
                <a:path w="8307" h="6972" fill="none" extrusionOk="0">
                  <a:moveTo>
                    <a:pt x="8306" y="5638"/>
                  </a:moveTo>
                  <a:cubicBezTo>
                    <a:pt x="8306" y="5638"/>
                    <a:pt x="2469" y="0"/>
                    <a:pt x="1234" y="3470"/>
                  </a:cubicBezTo>
                  <a:cubicBezTo>
                    <a:pt x="0" y="6972"/>
                    <a:pt x="8306" y="5638"/>
                    <a:pt x="8306" y="5638"/>
                  </a:cubicBezTo>
                  <a:close/>
                </a:path>
              </a:pathLst>
            </a:custGeom>
            <a:noFill/>
            <a:ln w="11675" cap="flat" cmpd="sng">
              <a:solidFill>
                <a:srgbClr val="FFFFFF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44"/>
            <p:cNvSpPr/>
            <p:nvPr/>
          </p:nvSpPr>
          <p:spPr>
            <a:xfrm>
              <a:off x="2843875" y="4543700"/>
              <a:ext cx="1125000" cy="3368275"/>
            </a:xfrm>
            <a:custGeom>
              <a:avLst/>
              <a:gdLst/>
              <a:ahLst/>
              <a:cxnLst/>
              <a:rect l="l" t="t" r="r" b="b"/>
              <a:pathLst>
                <a:path w="45000" h="134731" extrusionOk="0">
                  <a:moveTo>
                    <a:pt x="42864" y="0"/>
                  </a:moveTo>
                  <a:lnTo>
                    <a:pt x="0" y="2902"/>
                  </a:lnTo>
                  <a:cubicBezTo>
                    <a:pt x="16379" y="36460"/>
                    <a:pt x="31389" y="134730"/>
                    <a:pt x="31389" y="134730"/>
                  </a:cubicBezTo>
                  <a:lnTo>
                    <a:pt x="44999" y="134230"/>
                  </a:lnTo>
                  <a:cubicBezTo>
                    <a:pt x="44999" y="134230"/>
                    <a:pt x="44132" y="77322"/>
                    <a:pt x="43731" y="63412"/>
                  </a:cubicBezTo>
                  <a:cubicBezTo>
                    <a:pt x="43365" y="49502"/>
                    <a:pt x="42864" y="0"/>
                    <a:pt x="42864" y="0"/>
                  </a:cubicBezTo>
                  <a:close/>
                </a:path>
              </a:pathLst>
            </a:custGeom>
            <a:solidFill>
              <a:srgbClr val="0234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44"/>
            <p:cNvSpPr/>
            <p:nvPr/>
          </p:nvSpPr>
          <p:spPr>
            <a:xfrm>
              <a:off x="3404275" y="4609575"/>
              <a:ext cx="340250" cy="3278200"/>
            </a:xfrm>
            <a:custGeom>
              <a:avLst/>
              <a:gdLst/>
              <a:ahLst/>
              <a:cxnLst/>
              <a:rect l="l" t="t" r="r" b="b"/>
              <a:pathLst>
                <a:path w="13610" h="131128" fill="none" extrusionOk="0">
                  <a:moveTo>
                    <a:pt x="0" y="1"/>
                  </a:moveTo>
                  <a:cubicBezTo>
                    <a:pt x="0" y="1"/>
                    <a:pt x="11542" y="58175"/>
                    <a:pt x="11542" y="67115"/>
                  </a:cubicBezTo>
                  <a:cubicBezTo>
                    <a:pt x="11542" y="76055"/>
                    <a:pt x="13610" y="131128"/>
                    <a:pt x="13610" y="131128"/>
                  </a:cubicBezTo>
                </a:path>
              </a:pathLst>
            </a:custGeom>
            <a:noFill/>
            <a:ln w="11675" cap="flat" cmpd="sng">
              <a:solidFill>
                <a:srgbClr val="FFFFFF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44"/>
            <p:cNvSpPr/>
            <p:nvPr/>
          </p:nvSpPr>
          <p:spPr>
            <a:xfrm>
              <a:off x="2394375" y="4499500"/>
              <a:ext cx="1368500" cy="3388275"/>
            </a:xfrm>
            <a:custGeom>
              <a:avLst/>
              <a:gdLst/>
              <a:ahLst/>
              <a:cxnLst/>
              <a:rect l="l" t="t" r="r" b="b"/>
              <a:pathLst>
                <a:path w="54740" h="135531" extrusionOk="0">
                  <a:moveTo>
                    <a:pt x="54740" y="0"/>
                  </a:moveTo>
                  <a:lnTo>
                    <a:pt x="13377" y="3036"/>
                  </a:lnTo>
                  <a:cubicBezTo>
                    <a:pt x="14511" y="21082"/>
                    <a:pt x="17280" y="49269"/>
                    <a:pt x="16446" y="63212"/>
                  </a:cubicBezTo>
                  <a:cubicBezTo>
                    <a:pt x="16212" y="66882"/>
                    <a:pt x="15645" y="70551"/>
                    <a:pt x="14778" y="74153"/>
                  </a:cubicBezTo>
                  <a:lnTo>
                    <a:pt x="1" y="134964"/>
                  </a:lnTo>
                  <a:lnTo>
                    <a:pt x="13544" y="135531"/>
                  </a:lnTo>
                  <a:cubicBezTo>
                    <a:pt x="13544" y="135531"/>
                    <a:pt x="32891" y="93167"/>
                    <a:pt x="40563" y="69183"/>
                  </a:cubicBezTo>
                  <a:cubicBezTo>
                    <a:pt x="45600" y="40796"/>
                    <a:pt x="54740" y="1"/>
                    <a:pt x="54740" y="0"/>
                  </a:cubicBezTo>
                  <a:close/>
                </a:path>
              </a:pathLst>
            </a:custGeom>
            <a:solidFill>
              <a:srgbClr val="0234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44"/>
            <p:cNvSpPr/>
            <p:nvPr/>
          </p:nvSpPr>
          <p:spPr>
            <a:xfrm>
              <a:off x="2566175" y="4562875"/>
              <a:ext cx="640475" cy="3319900"/>
            </a:xfrm>
            <a:custGeom>
              <a:avLst/>
              <a:gdLst/>
              <a:ahLst/>
              <a:cxnLst/>
              <a:rect l="l" t="t" r="r" b="b"/>
              <a:pathLst>
                <a:path w="25619" h="132796" fill="none" extrusionOk="0">
                  <a:moveTo>
                    <a:pt x="21182" y="1"/>
                  </a:moveTo>
                  <a:cubicBezTo>
                    <a:pt x="21182" y="1"/>
                    <a:pt x="25619" y="54406"/>
                    <a:pt x="21616" y="62879"/>
                  </a:cubicBezTo>
                  <a:cubicBezTo>
                    <a:pt x="17646" y="71318"/>
                    <a:pt x="0" y="132796"/>
                    <a:pt x="0" y="132796"/>
                  </a:cubicBezTo>
                </a:path>
              </a:pathLst>
            </a:custGeom>
            <a:noFill/>
            <a:ln w="11675" cap="flat" cmpd="sng">
              <a:solidFill>
                <a:srgbClr val="FFFFFF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44"/>
            <p:cNvSpPr/>
            <p:nvPr/>
          </p:nvSpPr>
          <p:spPr>
            <a:xfrm>
              <a:off x="3139925" y="4551200"/>
              <a:ext cx="352775" cy="480375"/>
            </a:xfrm>
            <a:custGeom>
              <a:avLst/>
              <a:gdLst/>
              <a:ahLst/>
              <a:cxnLst/>
              <a:rect l="l" t="t" r="r" b="b"/>
              <a:pathLst>
                <a:path w="14111" h="19215" fill="none" extrusionOk="0">
                  <a:moveTo>
                    <a:pt x="14110" y="1"/>
                  </a:moveTo>
                  <a:lnTo>
                    <a:pt x="0" y="19214"/>
                  </a:lnTo>
                </a:path>
              </a:pathLst>
            </a:custGeom>
            <a:noFill/>
            <a:ln w="11675" cap="flat" cmpd="sng">
              <a:solidFill>
                <a:srgbClr val="030F2A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44"/>
            <p:cNvSpPr/>
            <p:nvPr/>
          </p:nvSpPr>
          <p:spPr>
            <a:xfrm>
              <a:off x="3196625" y="2458625"/>
              <a:ext cx="2107350" cy="1487800"/>
            </a:xfrm>
            <a:custGeom>
              <a:avLst/>
              <a:gdLst/>
              <a:ahLst/>
              <a:cxnLst/>
              <a:rect l="l" t="t" r="r" b="b"/>
              <a:pathLst>
                <a:path w="84294" h="59512" extrusionOk="0">
                  <a:moveTo>
                    <a:pt x="16345" y="0"/>
                  </a:moveTo>
                  <a:cubicBezTo>
                    <a:pt x="14369" y="0"/>
                    <a:pt x="12876" y="1678"/>
                    <a:pt x="12876" y="1678"/>
                  </a:cubicBezTo>
                  <a:cubicBezTo>
                    <a:pt x="0" y="7015"/>
                    <a:pt x="29588" y="58552"/>
                    <a:pt x="35392" y="59486"/>
                  </a:cubicBezTo>
                  <a:cubicBezTo>
                    <a:pt x="35498" y="59503"/>
                    <a:pt x="35611" y="59511"/>
                    <a:pt x="35731" y="59511"/>
                  </a:cubicBezTo>
                  <a:cubicBezTo>
                    <a:pt x="42260" y="59511"/>
                    <a:pt x="70017" y="35035"/>
                    <a:pt x="70017" y="35035"/>
                  </a:cubicBezTo>
                  <a:cubicBezTo>
                    <a:pt x="70017" y="35035"/>
                    <a:pt x="84294" y="25095"/>
                    <a:pt x="84027" y="24194"/>
                  </a:cubicBezTo>
                  <a:cubicBezTo>
                    <a:pt x="83982" y="24048"/>
                    <a:pt x="83795" y="23987"/>
                    <a:pt x="83516" y="23987"/>
                  </a:cubicBezTo>
                  <a:cubicBezTo>
                    <a:pt x="82141" y="23987"/>
                    <a:pt x="78523" y="25462"/>
                    <a:pt x="78523" y="25462"/>
                  </a:cubicBezTo>
                  <a:cubicBezTo>
                    <a:pt x="78957" y="24661"/>
                    <a:pt x="83760" y="21893"/>
                    <a:pt x="83593" y="21359"/>
                  </a:cubicBezTo>
                  <a:cubicBezTo>
                    <a:pt x="83580" y="21318"/>
                    <a:pt x="83532" y="21299"/>
                    <a:pt x="83454" y="21299"/>
                  </a:cubicBezTo>
                  <a:cubicBezTo>
                    <a:pt x="82560" y="21299"/>
                    <a:pt x="77747" y="23776"/>
                    <a:pt x="77115" y="23776"/>
                  </a:cubicBezTo>
                  <a:cubicBezTo>
                    <a:pt x="77086" y="23776"/>
                    <a:pt x="77066" y="23771"/>
                    <a:pt x="77055" y="23761"/>
                  </a:cubicBezTo>
                  <a:cubicBezTo>
                    <a:pt x="76788" y="23494"/>
                    <a:pt x="83160" y="20191"/>
                    <a:pt x="82826" y="19458"/>
                  </a:cubicBezTo>
                  <a:cubicBezTo>
                    <a:pt x="82794" y="19390"/>
                    <a:pt x="82706" y="19360"/>
                    <a:pt x="82573" y="19360"/>
                  </a:cubicBezTo>
                  <a:cubicBezTo>
                    <a:pt x="81357" y="19360"/>
                    <a:pt x="76369" y="21899"/>
                    <a:pt x="75792" y="21899"/>
                  </a:cubicBezTo>
                  <a:cubicBezTo>
                    <a:pt x="75776" y="21899"/>
                    <a:pt x="75763" y="21897"/>
                    <a:pt x="75754" y="21893"/>
                  </a:cubicBezTo>
                  <a:cubicBezTo>
                    <a:pt x="75421" y="21692"/>
                    <a:pt x="81792" y="18057"/>
                    <a:pt x="81025" y="17423"/>
                  </a:cubicBezTo>
                  <a:cubicBezTo>
                    <a:pt x="80988" y="17393"/>
                    <a:pt x="80934" y="17379"/>
                    <a:pt x="80864" y="17379"/>
                  </a:cubicBezTo>
                  <a:cubicBezTo>
                    <a:pt x="79446" y="17379"/>
                    <a:pt x="71603" y="23131"/>
                    <a:pt x="70658" y="23131"/>
                  </a:cubicBezTo>
                  <a:cubicBezTo>
                    <a:pt x="70642" y="23131"/>
                    <a:pt x="70629" y="23130"/>
                    <a:pt x="70617" y="23127"/>
                  </a:cubicBezTo>
                  <a:cubicBezTo>
                    <a:pt x="69817" y="22960"/>
                    <a:pt x="72652" y="19024"/>
                    <a:pt x="72585" y="17223"/>
                  </a:cubicBezTo>
                  <a:cubicBezTo>
                    <a:pt x="72576" y="17062"/>
                    <a:pt x="72515" y="16989"/>
                    <a:pt x="72411" y="16989"/>
                  </a:cubicBezTo>
                  <a:cubicBezTo>
                    <a:pt x="71368" y="16989"/>
                    <a:pt x="66047" y="24294"/>
                    <a:pt x="66047" y="24294"/>
                  </a:cubicBezTo>
                  <a:cubicBezTo>
                    <a:pt x="64380" y="25729"/>
                    <a:pt x="41997" y="38605"/>
                    <a:pt x="41997" y="38605"/>
                  </a:cubicBezTo>
                  <a:cubicBezTo>
                    <a:pt x="31256" y="10484"/>
                    <a:pt x="22016" y="3846"/>
                    <a:pt x="18947" y="1078"/>
                  </a:cubicBezTo>
                  <a:cubicBezTo>
                    <a:pt x="18045" y="282"/>
                    <a:pt x="17154" y="0"/>
                    <a:pt x="16345" y="0"/>
                  </a:cubicBezTo>
                  <a:close/>
                </a:path>
              </a:pathLst>
            </a:custGeom>
            <a:solidFill>
              <a:srgbClr val="EF7B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44"/>
            <p:cNvSpPr/>
            <p:nvPr/>
          </p:nvSpPr>
          <p:spPr>
            <a:xfrm>
              <a:off x="3601075" y="2396250"/>
              <a:ext cx="610450" cy="952450"/>
            </a:xfrm>
            <a:custGeom>
              <a:avLst/>
              <a:gdLst/>
              <a:ahLst/>
              <a:cxnLst/>
              <a:rect l="l" t="t" r="r" b="b"/>
              <a:pathLst>
                <a:path w="24418" h="38098" extrusionOk="0">
                  <a:moveTo>
                    <a:pt x="415" y="0"/>
                  </a:moveTo>
                  <a:cubicBezTo>
                    <a:pt x="273" y="0"/>
                    <a:pt x="134" y="12"/>
                    <a:pt x="1" y="37"/>
                  </a:cubicBezTo>
                  <a:lnTo>
                    <a:pt x="10708" y="38097"/>
                  </a:lnTo>
                  <a:lnTo>
                    <a:pt x="24418" y="29258"/>
                  </a:lnTo>
                  <a:cubicBezTo>
                    <a:pt x="24418" y="29258"/>
                    <a:pt x="7434" y="0"/>
                    <a:pt x="415" y="0"/>
                  </a:cubicBezTo>
                  <a:close/>
                </a:path>
              </a:pathLst>
            </a:custGeom>
            <a:solidFill>
              <a:srgbClr val="638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44"/>
            <p:cNvSpPr/>
            <p:nvPr/>
          </p:nvSpPr>
          <p:spPr>
            <a:xfrm>
              <a:off x="4937875" y="3019275"/>
              <a:ext cx="60050" cy="106775"/>
            </a:xfrm>
            <a:custGeom>
              <a:avLst/>
              <a:gdLst/>
              <a:ahLst/>
              <a:cxnLst/>
              <a:rect l="l" t="t" r="r" b="b"/>
              <a:pathLst>
                <a:path w="2402" h="4271" extrusionOk="0">
                  <a:moveTo>
                    <a:pt x="2402" y="0"/>
                  </a:moveTo>
                  <a:lnTo>
                    <a:pt x="734" y="567"/>
                  </a:lnTo>
                  <a:cubicBezTo>
                    <a:pt x="1001" y="934"/>
                    <a:pt x="0" y="4270"/>
                    <a:pt x="0" y="4270"/>
                  </a:cubicBezTo>
                  <a:lnTo>
                    <a:pt x="2402" y="0"/>
                  </a:lnTo>
                  <a:close/>
                </a:path>
              </a:pathLst>
            </a:custGeom>
            <a:solidFill>
              <a:srgbClr val="A852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44"/>
            <p:cNvSpPr/>
            <p:nvPr/>
          </p:nvSpPr>
          <p:spPr>
            <a:xfrm>
              <a:off x="2570350" y="2235375"/>
              <a:ext cx="1478575" cy="2811200"/>
            </a:xfrm>
            <a:custGeom>
              <a:avLst/>
              <a:gdLst/>
              <a:ahLst/>
              <a:cxnLst/>
              <a:rect l="l" t="t" r="r" b="b"/>
              <a:pathLst>
                <a:path w="59143" h="112448" extrusionOk="0">
                  <a:moveTo>
                    <a:pt x="25318" y="1"/>
                  </a:moveTo>
                  <a:lnTo>
                    <a:pt x="22683" y="1001"/>
                  </a:lnTo>
                  <a:lnTo>
                    <a:pt x="20682" y="1702"/>
                  </a:lnTo>
                  <a:cubicBezTo>
                    <a:pt x="14811" y="3737"/>
                    <a:pt x="12009" y="5571"/>
                    <a:pt x="7172" y="9474"/>
                  </a:cubicBezTo>
                  <a:cubicBezTo>
                    <a:pt x="2335" y="13343"/>
                    <a:pt x="901" y="23517"/>
                    <a:pt x="701" y="29121"/>
                  </a:cubicBezTo>
                  <a:cubicBezTo>
                    <a:pt x="0" y="47368"/>
                    <a:pt x="6171" y="112448"/>
                    <a:pt x="6171" y="112448"/>
                  </a:cubicBezTo>
                  <a:lnTo>
                    <a:pt x="59142" y="108745"/>
                  </a:lnTo>
                  <a:lnTo>
                    <a:pt x="51437" y="37094"/>
                  </a:lnTo>
                  <a:cubicBezTo>
                    <a:pt x="51237" y="32424"/>
                    <a:pt x="48735" y="20382"/>
                    <a:pt x="46967" y="16179"/>
                  </a:cubicBezTo>
                  <a:cubicBezTo>
                    <a:pt x="44966" y="11442"/>
                    <a:pt x="42731" y="6672"/>
                    <a:pt x="41230" y="6472"/>
                  </a:cubicBezTo>
                  <a:lnTo>
                    <a:pt x="35492" y="3636"/>
                  </a:lnTo>
                  <a:lnTo>
                    <a:pt x="34758" y="5638"/>
                  </a:lnTo>
                  <a:cubicBezTo>
                    <a:pt x="34758" y="5638"/>
                    <a:pt x="33465" y="7969"/>
                    <a:pt x="31927" y="7969"/>
                  </a:cubicBezTo>
                  <a:cubicBezTo>
                    <a:pt x="31536" y="7969"/>
                    <a:pt x="31128" y="7818"/>
                    <a:pt x="30722" y="7439"/>
                  </a:cubicBezTo>
                  <a:lnTo>
                    <a:pt x="25318" y="1"/>
                  </a:lnTo>
                  <a:close/>
                </a:path>
              </a:pathLst>
            </a:custGeom>
            <a:solidFill>
              <a:srgbClr val="759B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44"/>
            <p:cNvSpPr/>
            <p:nvPr/>
          </p:nvSpPr>
          <p:spPr>
            <a:xfrm>
              <a:off x="2717950" y="4798050"/>
              <a:ext cx="1306775" cy="99250"/>
            </a:xfrm>
            <a:custGeom>
              <a:avLst/>
              <a:gdLst/>
              <a:ahLst/>
              <a:cxnLst/>
              <a:rect l="l" t="t" r="r" b="b"/>
              <a:pathLst>
                <a:path w="52271" h="3970" fill="none" extrusionOk="0">
                  <a:moveTo>
                    <a:pt x="52271" y="0"/>
                  </a:moveTo>
                  <a:lnTo>
                    <a:pt x="0" y="3970"/>
                  </a:lnTo>
                </a:path>
              </a:pathLst>
            </a:custGeom>
            <a:noFill/>
            <a:ln w="5000" cap="flat" cmpd="sng">
              <a:solidFill>
                <a:srgbClr val="FFFFFF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44"/>
            <p:cNvSpPr/>
            <p:nvPr/>
          </p:nvSpPr>
          <p:spPr>
            <a:xfrm>
              <a:off x="3275850" y="1404400"/>
              <a:ext cx="658825" cy="569975"/>
            </a:xfrm>
            <a:custGeom>
              <a:avLst/>
              <a:gdLst/>
              <a:ahLst/>
              <a:cxnLst/>
              <a:rect l="l" t="t" r="r" b="b"/>
              <a:pathLst>
                <a:path w="26353" h="22799" extrusionOk="0">
                  <a:moveTo>
                    <a:pt x="1902" y="17295"/>
                  </a:moveTo>
                  <a:lnTo>
                    <a:pt x="1902" y="17295"/>
                  </a:lnTo>
                  <a:cubicBezTo>
                    <a:pt x="2235" y="17528"/>
                    <a:pt x="2736" y="17962"/>
                    <a:pt x="3069" y="18696"/>
                  </a:cubicBezTo>
                  <a:lnTo>
                    <a:pt x="2469" y="18029"/>
                  </a:lnTo>
                  <a:lnTo>
                    <a:pt x="1902" y="17295"/>
                  </a:lnTo>
                  <a:close/>
                  <a:moveTo>
                    <a:pt x="11819" y="0"/>
                  </a:moveTo>
                  <a:cubicBezTo>
                    <a:pt x="9460" y="0"/>
                    <a:pt x="7260" y="548"/>
                    <a:pt x="5771" y="1950"/>
                  </a:cubicBezTo>
                  <a:cubicBezTo>
                    <a:pt x="3269" y="3785"/>
                    <a:pt x="267" y="11991"/>
                    <a:pt x="0" y="21131"/>
                  </a:cubicBezTo>
                  <a:lnTo>
                    <a:pt x="2669" y="22799"/>
                  </a:lnTo>
                  <a:lnTo>
                    <a:pt x="3536" y="19897"/>
                  </a:lnTo>
                  <a:lnTo>
                    <a:pt x="3703" y="19730"/>
                  </a:lnTo>
                  <a:lnTo>
                    <a:pt x="3870" y="19563"/>
                  </a:lnTo>
                  <a:lnTo>
                    <a:pt x="5504" y="20831"/>
                  </a:lnTo>
                  <a:lnTo>
                    <a:pt x="10574" y="9289"/>
                  </a:lnTo>
                  <a:cubicBezTo>
                    <a:pt x="10876" y="9195"/>
                    <a:pt x="12086" y="8833"/>
                    <a:pt x="13273" y="8833"/>
                  </a:cubicBezTo>
                  <a:cubicBezTo>
                    <a:pt x="14184" y="8833"/>
                    <a:pt x="15081" y="9046"/>
                    <a:pt x="15545" y="9756"/>
                  </a:cubicBezTo>
                  <a:cubicBezTo>
                    <a:pt x="16605" y="11330"/>
                    <a:pt x="17850" y="12966"/>
                    <a:pt x="19252" y="12966"/>
                  </a:cubicBezTo>
                  <a:cubicBezTo>
                    <a:pt x="19306" y="12966"/>
                    <a:pt x="19360" y="12963"/>
                    <a:pt x="19414" y="12958"/>
                  </a:cubicBezTo>
                  <a:cubicBezTo>
                    <a:pt x="20081" y="12925"/>
                    <a:pt x="20815" y="12491"/>
                    <a:pt x="21382" y="12058"/>
                  </a:cubicBezTo>
                  <a:cubicBezTo>
                    <a:pt x="22383" y="11791"/>
                    <a:pt x="23217" y="11157"/>
                    <a:pt x="23917" y="10290"/>
                  </a:cubicBezTo>
                  <a:cubicBezTo>
                    <a:pt x="26352" y="7621"/>
                    <a:pt x="24985" y="5086"/>
                    <a:pt x="22483" y="3218"/>
                  </a:cubicBezTo>
                  <a:cubicBezTo>
                    <a:pt x="20241" y="1563"/>
                    <a:pt x="15803" y="0"/>
                    <a:pt x="118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44"/>
            <p:cNvSpPr/>
            <p:nvPr/>
          </p:nvSpPr>
          <p:spPr>
            <a:xfrm>
              <a:off x="3185775" y="1922650"/>
              <a:ext cx="340275" cy="545775"/>
            </a:xfrm>
            <a:custGeom>
              <a:avLst/>
              <a:gdLst/>
              <a:ahLst/>
              <a:cxnLst/>
              <a:rect l="l" t="t" r="r" b="b"/>
              <a:pathLst>
                <a:path w="13611" h="21831" extrusionOk="0">
                  <a:moveTo>
                    <a:pt x="7072" y="1"/>
                  </a:moveTo>
                  <a:cubicBezTo>
                    <a:pt x="7072" y="1"/>
                    <a:pt x="5271" y="601"/>
                    <a:pt x="4971" y="935"/>
                  </a:cubicBezTo>
                  <a:cubicBezTo>
                    <a:pt x="4783" y="1143"/>
                    <a:pt x="4882" y="1182"/>
                    <a:pt x="4983" y="1182"/>
                  </a:cubicBezTo>
                  <a:cubicBezTo>
                    <a:pt x="5043" y="1182"/>
                    <a:pt x="5104" y="1168"/>
                    <a:pt x="5104" y="1168"/>
                  </a:cubicBezTo>
                  <a:lnTo>
                    <a:pt x="5104" y="1168"/>
                  </a:lnTo>
                  <a:lnTo>
                    <a:pt x="1" y="12977"/>
                  </a:lnTo>
                  <a:cubicBezTo>
                    <a:pt x="1" y="12977"/>
                    <a:pt x="2836" y="18114"/>
                    <a:pt x="4104" y="19581"/>
                  </a:cubicBezTo>
                  <a:cubicBezTo>
                    <a:pt x="5550" y="21244"/>
                    <a:pt x="6741" y="21830"/>
                    <a:pt x="7701" y="21830"/>
                  </a:cubicBezTo>
                  <a:cubicBezTo>
                    <a:pt x="9997" y="21830"/>
                    <a:pt x="10975" y="18480"/>
                    <a:pt x="10975" y="18480"/>
                  </a:cubicBezTo>
                  <a:lnTo>
                    <a:pt x="13610" y="11942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rgbClr val="F985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44"/>
            <p:cNvSpPr/>
            <p:nvPr/>
          </p:nvSpPr>
          <p:spPr>
            <a:xfrm>
              <a:off x="3354225" y="1922650"/>
              <a:ext cx="171825" cy="363075"/>
            </a:xfrm>
            <a:custGeom>
              <a:avLst/>
              <a:gdLst/>
              <a:ahLst/>
              <a:cxnLst/>
              <a:rect l="l" t="t" r="r" b="b"/>
              <a:pathLst>
                <a:path w="6873" h="14523" extrusionOk="0">
                  <a:moveTo>
                    <a:pt x="334" y="1"/>
                  </a:moveTo>
                  <a:lnTo>
                    <a:pt x="1" y="5271"/>
                  </a:lnTo>
                  <a:cubicBezTo>
                    <a:pt x="346" y="10884"/>
                    <a:pt x="1811" y="14522"/>
                    <a:pt x="4175" y="14522"/>
                  </a:cubicBezTo>
                  <a:cubicBezTo>
                    <a:pt x="4325" y="14522"/>
                    <a:pt x="4480" y="14508"/>
                    <a:pt x="4637" y="14478"/>
                  </a:cubicBezTo>
                  <a:cubicBezTo>
                    <a:pt x="6505" y="14077"/>
                    <a:pt x="6872" y="11942"/>
                    <a:pt x="6872" y="11942"/>
                  </a:cubicBezTo>
                  <a:lnTo>
                    <a:pt x="334" y="1"/>
                  </a:lnTo>
                  <a:close/>
                </a:path>
              </a:pathLst>
            </a:custGeom>
            <a:solidFill>
              <a:srgbClr val="EB6B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44"/>
            <p:cNvSpPr/>
            <p:nvPr/>
          </p:nvSpPr>
          <p:spPr>
            <a:xfrm>
              <a:off x="3227475" y="1596825"/>
              <a:ext cx="617450" cy="667225"/>
            </a:xfrm>
            <a:custGeom>
              <a:avLst/>
              <a:gdLst/>
              <a:ahLst/>
              <a:cxnLst/>
              <a:rect l="l" t="t" r="r" b="b"/>
              <a:pathLst>
                <a:path w="24698" h="26689" extrusionOk="0">
                  <a:moveTo>
                    <a:pt x="24651" y="3393"/>
                  </a:moveTo>
                  <a:cubicBezTo>
                    <a:pt x="24649" y="3402"/>
                    <a:pt x="24646" y="3412"/>
                    <a:pt x="24644" y="3421"/>
                  </a:cubicBezTo>
                  <a:lnTo>
                    <a:pt x="24644" y="3421"/>
                  </a:lnTo>
                  <a:cubicBezTo>
                    <a:pt x="24698" y="3405"/>
                    <a:pt x="24652" y="3393"/>
                    <a:pt x="24651" y="3393"/>
                  </a:cubicBezTo>
                  <a:close/>
                  <a:moveTo>
                    <a:pt x="15727" y="1"/>
                  </a:moveTo>
                  <a:cubicBezTo>
                    <a:pt x="14042" y="1"/>
                    <a:pt x="12250" y="560"/>
                    <a:pt x="10942" y="2359"/>
                  </a:cubicBezTo>
                  <a:cubicBezTo>
                    <a:pt x="9574" y="4227"/>
                    <a:pt x="8106" y="9298"/>
                    <a:pt x="6905" y="10799"/>
                  </a:cubicBezTo>
                  <a:cubicBezTo>
                    <a:pt x="6814" y="10920"/>
                    <a:pt x="6688" y="10980"/>
                    <a:pt x="6566" y="10980"/>
                  </a:cubicBezTo>
                  <a:cubicBezTo>
                    <a:pt x="6419" y="10980"/>
                    <a:pt x="6278" y="10895"/>
                    <a:pt x="6205" y="10732"/>
                  </a:cubicBezTo>
                  <a:cubicBezTo>
                    <a:pt x="5910" y="10120"/>
                    <a:pt x="4880" y="9054"/>
                    <a:pt x="3801" y="9054"/>
                  </a:cubicBezTo>
                  <a:cubicBezTo>
                    <a:pt x="3173" y="9054"/>
                    <a:pt x="2529" y="9414"/>
                    <a:pt x="2002" y="10432"/>
                  </a:cubicBezTo>
                  <a:cubicBezTo>
                    <a:pt x="1" y="14168"/>
                    <a:pt x="4204" y="14768"/>
                    <a:pt x="4337" y="15435"/>
                  </a:cubicBezTo>
                  <a:cubicBezTo>
                    <a:pt x="4637" y="16703"/>
                    <a:pt x="6272" y="19672"/>
                    <a:pt x="8874" y="22073"/>
                  </a:cubicBezTo>
                  <a:cubicBezTo>
                    <a:pt x="10254" y="23339"/>
                    <a:pt x="12949" y="26688"/>
                    <a:pt x="15419" y="26688"/>
                  </a:cubicBezTo>
                  <a:cubicBezTo>
                    <a:pt x="15814" y="26688"/>
                    <a:pt x="16202" y="26603"/>
                    <a:pt x="16579" y="26410"/>
                  </a:cubicBezTo>
                  <a:cubicBezTo>
                    <a:pt x="19280" y="25043"/>
                    <a:pt x="19314" y="22176"/>
                    <a:pt x="24644" y="3421"/>
                  </a:cubicBezTo>
                  <a:lnTo>
                    <a:pt x="24644" y="3421"/>
                  </a:lnTo>
                  <a:cubicBezTo>
                    <a:pt x="24568" y="3443"/>
                    <a:pt x="24294" y="3474"/>
                    <a:pt x="23417" y="3493"/>
                  </a:cubicBezTo>
                  <a:cubicBezTo>
                    <a:pt x="23398" y="3494"/>
                    <a:pt x="23380" y="3494"/>
                    <a:pt x="23361" y="3494"/>
                  </a:cubicBezTo>
                  <a:cubicBezTo>
                    <a:pt x="21913" y="3494"/>
                    <a:pt x="21765" y="2214"/>
                    <a:pt x="20382" y="1292"/>
                  </a:cubicBezTo>
                  <a:cubicBezTo>
                    <a:pt x="19753" y="867"/>
                    <a:pt x="17823" y="1"/>
                    <a:pt x="15727" y="1"/>
                  </a:cubicBezTo>
                  <a:close/>
                </a:path>
              </a:pathLst>
            </a:custGeom>
            <a:solidFill>
              <a:srgbClr val="F985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44"/>
            <p:cNvSpPr/>
            <p:nvPr/>
          </p:nvSpPr>
          <p:spPr>
            <a:xfrm>
              <a:off x="3609425" y="2016050"/>
              <a:ext cx="109250" cy="85925"/>
            </a:xfrm>
            <a:custGeom>
              <a:avLst/>
              <a:gdLst/>
              <a:ahLst/>
              <a:cxnLst/>
              <a:rect l="l" t="t" r="r" b="b"/>
              <a:pathLst>
                <a:path w="4370" h="3437" extrusionOk="0">
                  <a:moveTo>
                    <a:pt x="0" y="1"/>
                  </a:moveTo>
                  <a:cubicBezTo>
                    <a:pt x="0" y="1"/>
                    <a:pt x="661" y="3437"/>
                    <a:pt x="1982" y="3437"/>
                  </a:cubicBezTo>
                  <a:cubicBezTo>
                    <a:pt x="1989" y="3437"/>
                    <a:pt x="1995" y="3437"/>
                    <a:pt x="2002" y="3436"/>
                  </a:cubicBezTo>
                  <a:cubicBezTo>
                    <a:pt x="3336" y="3370"/>
                    <a:pt x="4370" y="1035"/>
                    <a:pt x="4370" y="1035"/>
                  </a:cubicBezTo>
                  <a:lnTo>
                    <a:pt x="4370" y="1035"/>
                  </a:lnTo>
                  <a:cubicBezTo>
                    <a:pt x="4370" y="1035"/>
                    <a:pt x="4266" y="1052"/>
                    <a:pt x="4057" y="1052"/>
                  </a:cubicBezTo>
                  <a:cubicBezTo>
                    <a:pt x="3489" y="1052"/>
                    <a:pt x="2145" y="927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4"/>
            <p:cNvSpPr/>
            <p:nvPr/>
          </p:nvSpPr>
          <p:spPr>
            <a:xfrm>
              <a:off x="3306700" y="1848675"/>
              <a:ext cx="48125" cy="70675"/>
            </a:xfrm>
            <a:custGeom>
              <a:avLst/>
              <a:gdLst/>
              <a:ahLst/>
              <a:cxnLst/>
              <a:rect l="l" t="t" r="r" b="b"/>
              <a:pathLst>
                <a:path w="1925" h="2827" extrusionOk="0">
                  <a:moveTo>
                    <a:pt x="910" y="0"/>
                  </a:moveTo>
                  <a:cubicBezTo>
                    <a:pt x="682" y="0"/>
                    <a:pt x="386" y="143"/>
                    <a:pt x="0" y="491"/>
                  </a:cubicBezTo>
                  <a:lnTo>
                    <a:pt x="1568" y="2826"/>
                  </a:lnTo>
                  <a:cubicBezTo>
                    <a:pt x="1568" y="2826"/>
                    <a:pt x="1924" y="0"/>
                    <a:pt x="910" y="0"/>
                  </a:cubicBezTo>
                  <a:close/>
                </a:path>
              </a:pathLst>
            </a:custGeom>
            <a:solidFill>
              <a:srgbClr val="A852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4"/>
            <p:cNvSpPr/>
            <p:nvPr/>
          </p:nvSpPr>
          <p:spPr>
            <a:xfrm>
              <a:off x="3666125" y="1887450"/>
              <a:ext cx="34225" cy="54775"/>
            </a:xfrm>
            <a:custGeom>
              <a:avLst/>
              <a:gdLst/>
              <a:ahLst/>
              <a:cxnLst/>
              <a:rect l="l" t="t" r="r" b="b"/>
              <a:pathLst>
                <a:path w="1369" h="2191" extrusionOk="0">
                  <a:moveTo>
                    <a:pt x="974" y="0"/>
                  </a:moveTo>
                  <a:cubicBezTo>
                    <a:pt x="710" y="0"/>
                    <a:pt x="353" y="385"/>
                    <a:pt x="167" y="942"/>
                  </a:cubicBezTo>
                  <a:cubicBezTo>
                    <a:pt x="0" y="1542"/>
                    <a:pt x="67" y="2076"/>
                    <a:pt x="334" y="2176"/>
                  </a:cubicBezTo>
                  <a:cubicBezTo>
                    <a:pt x="360" y="2186"/>
                    <a:pt x="387" y="2190"/>
                    <a:pt x="415" y="2190"/>
                  </a:cubicBezTo>
                  <a:cubicBezTo>
                    <a:pt x="677" y="2190"/>
                    <a:pt x="1021" y="1787"/>
                    <a:pt x="1201" y="1275"/>
                  </a:cubicBezTo>
                  <a:cubicBezTo>
                    <a:pt x="1368" y="675"/>
                    <a:pt x="1301" y="108"/>
                    <a:pt x="1034" y="8"/>
                  </a:cubicBezTo>
                  <a:cubicBezTo>
                    <a:pt x="1015" y="3"/>
                    <a:pt x="995" y="0"/>
                    <a:pt x="9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44"/>
            <p:cNvSpPr/>
            <p:nvPr/>
          </p:nvSpPr>
          <p:spPr>
            <a:xfrm>
              <a:off x="3728675" y="1904125"/>
              <a:ext cx="34200" cy="53125"/>
            </a:xfrm>
            <a:custGeom>
              <a:avLst/>
              <a:gdLst/>
              <a:ahLst/>
              <a:cxnLst/>
              <a:rect l="l" t="t" r="r" b="b"/>
              <a:pathLst>
                <a:path w="1368" h="2125" extrusionOk="0">
                  <a:moveTo>
                    <a:pt x="974" y="0"/>
                  </a:moveTo>
                  <a:cubicBezTo>
                    <a:pt x="710" y="0"/>
                    <a:pt x="355" y="383"/>
                    <a:pt x="200" y="908"/>
                  </a:cubicBezTo>
                  <a:cubicBezTo>
                    <a:pt x="0" y="1475"/>
                    <a:pt x="67" y="2043"/>
                    <a:pt x="334" y="2109"/>
                  </a:cubicBezTo>
                  <a:cubicBezTo>
                    <a:pt x="361" y="2120"/>
                    <a:pt x="390" y="2125"/>
                    <a:pt x="421" y="2125"/>
                  </a:cubicBezTo>
                  <a:cubicBezTo>
                    <a:pt x="681" y="2125"/>
                    <a:pt x="1018" y="1750"/>
                    <a:pt x="1168" y="1242"/>
                  </a:cubicBezTo>
                  <a:cubicBezTo>
                    <a:pt x="1368" y="641"/>
                    <a:pt x="1301" y="108"/>
                    <a:pt x="1034" y="8"/>
                  </a:cubicBezTo>
                  <a:cubicBezTo>
                    <a:pt x="1015" y="3"/>
                    <a:pt x="995" y="0"/>
                    <a:pt x="9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44"/>
            <p:cNvSpPr/>
            <p:nvPr/>
          </p:nvSpPr>
          <p:spPr>
            <a:xfrm>
              <a:off x="3627975" y="1752525"/>
              <a:ext cx="105725" cy="50075"/>
            </a:xfrm>
            <a:custGeom>
              <a:avLst/>
              <a:gdLst/>
              <a:ahLst/>
              <a:cxnLst/>
              <a:rect l="l" t="t" r="r" b="b"/>
              <a:pathLst>
                <a:path w="4229" h="2003" extrusionOk="0">
                  <a:moveTo>
                    <a:pt x="3008" y="0"/>
                  </a:moveTo>
                  <a:cubicBezTo>
                    <a:pt x="2169" y="0"/>
                    <a:pt x="0" y="1953"/>
                    <a:pt x="433" y="1953"/>
                  </a:cubicBezTo>
                  <a:cubicBezTo>
                    <a:pt x="456" y="1953"/>
                    <a:pt x="487" y="1947"/>
                    <a:pt x="526" y="1935"/>
                  </a:cubicBezTo>
                  <a:cubicBezTo>
                    <a:pt x="1074" y="1749"/>
                    <a:pt x="1633" y="1685"/>
                    <a:pt x="2142" y="1685"/>
                  </a:cubicBezTo>
                  <a:cubicBezTo>
                    <a:pt x="3273" y="1685"/>
                    <a:pt x="4162" y="2002"/>
                    <a:pt x="4162" y="2002"/>
                  </a:cubicBezTo>
                  <a:cubicBezTo>
                    <a:pt x="4228" y="1168"/>
                    <a:pt x="3928" y="34"/>
                    <a:pt x="3027" y="1"/>
                  </a:cubicBezTo>
                  <a:cubicBezTo>
                    <a:pt x="3021" y="0"/>
                    <a:pt x="3014" y="0"/>
                    <a:pt x="30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44"/>
            <p:cNvSpPr/>
            <p:nvPr/>
          </p:nvSpPr>
          <p:spPr>
            <a:xfrm>
              <a:off x="3756175" y="1823150"/>
              <a:ext cx="50900" cy="41975"/>
            </a:xfrm>
            <a:custGeom>
              <a:avLst/>
              <a:gdLst/>
              <a:ahLst/>
              <a:cxnLst/>
              <a:rect l="l" t="t" r="r" b="b"/>
              <a:pathLst>
                <a:path w="2036" h="1679" extrusionOk="0">
                  <a:moveTo>
                    <a:pt x="1733" y="0"/>
                  </a:moveTo>
                  <a:cubicBezTo>
                    <a:pt x="1044" y="0"/>
                    <a:pt x="320" y="635"/>
                    <a:pt x="1" y="1245"/>
                  </a:cubicBezTo>
                  <a:cubicBezTo>
                    <a:pt x="1" y="1245"/>
                    <a:pt x="701" y="1279"/>
                    <a:pt x="1502" y="1679"/>
                  </a:cubicBezTo>
                  <a:lnTo>
                    <a:pt x="2036" y="44"/>
                  </a:lnTo>
                  <a:cubicBezTo>
                    <a:pt x="1937" y="14"/>
                    <a:pt x="1835" y="0"/>
                    <a:pt x="1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44"/>
            <p:cNvSpPr/>
            <p:nvPr/>
          </p:nvSpPr>
          <p:spPr>
            <a:xfrm>
              <a:off x="3686975" y="1943375"/>
              <a:ext cx="35875" cy="81050"/>
            </a:xfrm>
            <a:custGeom>
              <a:avLst/>
              <a:gdLst/>
              <a:ahLst/>
              <a:cxnLst/>
              <a:rect l="l" t="t" r="r" b="b"/>
              <a:pathLst>
                <a:path w="1435" h="3242" extrusionOk="0">
                  <a:moveTo>
                    <a:pt x="1189" y="1"/>
                  </a:moveTo>
                  <a:cubicBezTo>
                    <a:pt x="1154" y="1"/>
                    <a:pt x="1117" y="26"/>
                    <a:pt x="1101" y="72"/>
                  </a:cubicBezTo>
                  <a:lnTo>
                    <a:pt x="0" y="2874"/>
                  </a:lnTo>
                  <a:cubicBezTo>
                    <a:pt x="0" y="2908"/>
                    <a:pt x="0" y="2974"/>
                    <a:pt x="67" y="2974"/>
                  </a:cubicBezTo>
                  <a:lnTo>
                    <a:pt x="1168" y="3241"/>
                  </a:lnTo>
                  <a:cubicBezTo>
                    <a:pt x="1235" y="3241"/>
                    <a:pt x="1435" y="2808"/>
                    <a:pt x="1435" y="2741"/>
                  </a:cubicBezTo>
                  <a:lnTo>
                    <a:pt x="1268" y="106"/>
                  </a:lnTo>
                  <a:cubicBezTo>
                    <a:pt x="1268" y="34"/>
                    <a:pt x="1230" y="1"/>
                    <a:pt x="1189" y="1"/>
                  </a:cubicBezTo>
                  <a:close/>
                </a:path>
              </a:pathLst>
            </a:custGeom>
            <a:solidFill>
              <a:srgbClr val="EB6B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4"/>
            <p:cNvSpPr/>
            <p:nvPr/>
          </p:nvSpPr>
          <p:spPr>
            <a:xfrm>
              <a:off x="3310875" y="1454900"/>
              <a:ext cx="584600" cy="347700"/>
            </a:xfrm>
            <a:custGeom>
              <a:avLst/>
              <a:gdLst/>
              <a:ahLst/>
              <a:cxnLst/>
              <a:rect l="l" t="t" r="r" b="b"/>
              <a:pathLst>
                <a:path w="23384" h="13908" extrusionOk="0">
                  <a:moveTo>
                    <a:pt x="12040" y="1"/>
                  </a:moveTo>
                  <a:cubicBezTo>
                    <a:pt x="6029" y="1"/>
                    <a:pt x="3569" y="11672"/>
                    <a:pt x="3569" y="11672"/>
                  </a:cubicBezTo>
                  <a:cubicBezTo>
                    <a:pt x="3569" y="11672"/>
                    <a:pt x="0" y="11906"/>
                    <a:pt x="4237" y="11906"/>
                  </a:cubicBezTo>
                  <a:cubicBezTo>
                    <a:pt x="7927" y="11906"/>
                    <a:pt x="9918" y="8893"/>
                    <a:pt x="10349" y="8114"/>
                  </a:cubicBezTo>
                  <a:lnTo>
                    <a:pt x="10349" y="8114"/>
                  </a:lnTo>
                  <a:lnTo>
                    <a:pt x="8640" y="11339"/>
                  </a:lnTo>
                  <a:cubicBezTo>
                    <a:pt x="12643" y="11072"/>
                    <a:pt x="14744" y="9637"/>
                    <a:pt x="15645" y="8770"/>
                  </a:cubicBezTo>
                  <a:lnTo>
                    <a:pt x="15645" y="8770"/>
                  </a:lnTo>
                  <a:cubicBezTo>
                    <a:pt x="14878" y="9804"/>
                    <a:pt x="13710" y="11572"/>
                    <a:pt x="13710" y="11572"/>
                  </a:cubicBezTo>
                  <a:cubicBezTo>
                    <a:pt x="16679" y="11372"/>
                    <a:pt x="18680" y="10738"/>
                    <a:pt x="19981" y="10138"/>
                  </a:cubicBezTo>
                  <a:lnTo>
                    <a:pt x="19981" y="10138"/>
                  </a:lnTo>
                  <a:lnTo>
                    <a:pt x="19681" y="13907"/>
                  </a:lnTo>
                  <a:cubicBezTo>
                    <a:pt x="23217" y="12640"/>
                    <a:pt x="23384" y="6602"/>
                    <a:pt x="23384" y="6602"/>
                  </a:cubicBezTo>
                  <a:lnTo>
                    <a:pt x="23384" y="6602"/>
                  </a:lnTo>
                  <a:lnTo>
                    <a:pt x="21616" y="7970"/>
                  </a:lnTo>
                  <a:cubicBezTo>
                    <a:pt x="17738" y="2075"/>
                    <a:pt x="14574" y="1"/>
                    <a:pt x="120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4"/>
            <p:cNvSpPr/>
            <p:nvPr/>
          </p:nvSpPr>
          <p:spPr>
            <a:xfrm>
              <a:off x="2905575" y="2734025"/>
              <a:ext cx="1627025" cy="1475100"/>
            </a:xfrm>
            <a:custGeom>
              <a:avLst/>
              <a:gdLst/>
              <a:ahLst/>
              <a:cxnLst/>
              <a:rect l="l" t="t" r="r" b="b"/>
              <a:pathLst>
                <a:path w="65081" h="59004" extrusionOk="0">
                  <a:moveTo>
                    <a:pt x="62233" y="1"/>
                  </a:moveTo>
                  <a:cubicBezTo>
                    <a:pt x="62226" y="1"/>
                    <a:pt x="62219" y="1"/>
                    <a:pt x="62212" y="2"/>
                  </a:cubicBezTo>
                  <a:cubicBezTo>
                    <a:pt x="61311" y="102"/>
                    <a:pt x="59210" y="5206"/>
                    <a:pt x="58509" y="6507"/>
                  </a:cubicBezTo>
                  <a:cubicBezTo>
                    <a:pt x="57871" y="7691"/>
                    <a:pt x="55299" y="11528"/>
                    <a:pt x="54868" y="11528"/>
                  </a:cubicBezTo>
                  <a:cubicBezTo>
                    <a:pt x="54825" y="11528"/>
                    <a:pt x="54803" y="11491"/>
                    <a:pt x="54806" y="11410"/>
                  </a:cubicBezTo>
                  <a:lnTo>
                    <a:pt x="55374" y="5306"/>
                  </a:lnTo>
                  <a:cubicBezTo>
                    <a:pt x="55413" y="4954"/>
                    <a:pt x="55153" y="4751"/>
                    <a:pt x="54885" y="4751"/>
                  </a:cubicBezTo>
                  <a:cubicBezTo>
                    <a:pt x="54696" y="4751"/>
                    <a:pt x="54503" y="4852"/>
                    <a:pt x="54406" y="5072"/>
                  </a:cubicBezTo>
                  <a:cubicBezTo>
                    <a:pt x="53372" y="7774"/>
                    <a:pt x="52105" y="11377"/>
                    <a:pt x="52071" y="12845"/>
                  </a:cubicBezTo>
                  <a:cubicBezTo>
                    <a:pt x="52038" y="14146"/>
                    <a:pt x="52238" y="15747"/>
                    <a:pt x="52238" y="15747"/>
                  </a:cubicBezTo>
                  <a:lnTo>
                    <a:pt x="39062" y="33559"/>
                  </a:lnTo>
                  <a:cubicBezTo>
                    <a:pt x="38084" y="34679"/>
                    <a:pt x="37277" y="35373"/>
                    <a:pt x="36499" y="35373"/>
                  </a:cubicBezTo>
                  <a:cubicBezTo>
                    <a:pt x="35817" y="35373"/>
                    <a:pt x="35158" y="34840"/>
                    <a:pt x="34425" y="33593"/>
                  </a:cubicBezTo>
                  <a:cubicBezTo>
                    <a:pt x="29555" y="25487"/>
                    <a:pt x="14544" y="10877"/>
                    <a:pt x="14344" y="10710"/>
                  </a:cubicBezTo>
                  <a:lnTo>
                    <a:pt x="1" y="31658"/>
                  </a:lnTo>
                  <a:lnTo>
                    <a:pt x="28054" y="57410"/>
                  </a:lnTo>
                  <a:cubicBezTo>
                    <a:pt x="29173" y="58517"/>
                    <a:pt x="30741" y="59003"/>
                    <a:pt x="32405" y="59003"/>
                  </a:cubicBezTo>
                  <a:cubicBezTo>
                    <a:pt x="35604" y="59003"/>
                    <a:pt x="39159" y="57208"/>
                    <a:pt x="40563" y="54575"/>
                  </a:cubicBezTo>
                  <a:cubicBezTo>
                    <a:pt x="48535" y="39731"/>
                    <a:pt x="63579" y="14412"/>
                    <a:pt x="64513" y="12778"/>
                  </a:cubicBezTo>
                  <a:cubicBezTo>
                    <a:pt x="65080" y="11844"/>
                    <a:pt x="61411" y="8375"/>
                    <a:pt x="61144" y="8275"/>
                  </a:cubicBezTo>
                  <a:cubicBezTo>
                    <a:pt x="60847" y="8142"/>
                    <a:pt x="63076" y="1"/>
                    <a:pt x="62233" y="1"/>
                  </a:cubicBezTo>
                  <a:close/>
                </a:path>
              </a:pathLst>
            </a:custGeom>
            <a:solidFill>
              <a:srgbClr val="F985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44"/>
            <p:cNvSpPr/>
            <p:nvPr/>
          </p:nvSpPr>
          <p:spPr>
            <a:xfrm>
              <a:off x="2226750" y="2448100"/>
              <a:ext cx="1361850" cy="1355100"/>
            </a:xfrm>
            <a:custGeom>
              <a:avLst/>
              <a:gdLst/>
              <a:ahLst/>
              <a:cxnLst/>
              <a:rect l="l" t="t" r="r" b="b"/>
              <a:pathLst>
                <a:path w="54474" h="54204" extrusionOk="0">
                  <a:moveTo>
                    <a:pt x="25458" y="1"/>
                  </a:moveTo>
                  <a:cubicBezTo>
                    <a:pt x="23579" y="1"/>
                    <a:pt x="21787" y="738"/>
                    <a:pt x="20149" y="2433"/>
                  </a:cubicBezTo>
                  <a:cubicBezTo>
                    <a:pt x="1" y="23348"/>
                    <a:pt x="35093" y="54203"/>
                    <a:pt x="35093" y="54203"/>
                  </a:cubicBezTo>
                  <a:lnTo>
                    <a:pt x="54473" y="33055"/>
                  </a:lnTo>
                  <a:cubicBezTo>
                    <a:pt x="54473" y="33055"/>
                    <a:pt x="38035" y="1"/>
                    <a:pt x="254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44"/>
            <p:cNvSpPr/>
            <p:nvPr/>
          </p:nvSpPr>
          <p:spPr>
            <a:xfrm>
              <a:off x="3029000" y="3186900"/>
              <a:ext cx="491200" cy="510375"/>
            </a:xfrm>
            <a:custGeom>
              <a:avLst/>
              <a:gdLst/>
              <a:ahLst/>
              <a:cxnLst/>
              <a:rect l="l" t="t" r="r" b="b"/>
              <a:pathLst>
                <a:path w="19648" h="20415" fill="none" extrusionOk="0">
                  <a:moveTo>
                    <a:pt x="19648" y="0"/>
                  </a:moveTo>
                  <a:lnTo>
                    <a:pt x="1" y="20415"/>
                  </a:lnTo>
                </a:path>
              </a:pathLst>
            </a:custGeom>
            <a:noFill/>
            <a:ln w="5000" cap="flat" cmpd="sng">
              <a:solidFill>
                <a:srgbClr val="FFFFFF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44"/>
            <p:cNvSpPr/>
            <p:nvPr/>
          </p:nvSpPr>
          <p:spPr>
            <a:xfrm>
              <a:off x="2341850" y="8256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close/>
                </a:path>
              </a:pathLst>
            </a:custGeom>
            <a:noFill/>
            <a:ln w="11675" cap="flat" cmpd="sng">
              <a:solidFill>
                <a:srgbClr val="FFFFFF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44"/>
            <p:cNvSpPr/>
            <p:nvPr/>
          </p:nvSpPr>
          <p:spPr>
            <a:xfrm>
              <a:off x="3582725" y="7745975"/>
              <a:ext cx="422825" cy="166000"/>
            </a:xfrm>
            <a:custGeom>
              <a:avLst/>
              <a:gdLst/>
              <a:ahLst/>
              <a:cxnLst/>
              <a:rect l="l" t="t" r="r" b="b"/>
              <a:pathLst>
                <a:path w="16913" h="6640" extrusionOk="0">
                  <a:moveTo>
                    <a:pt x="16913" y="1"/>
                  </a:moveTo>
                  <a:lnTo>
                    <a:pt x="1" y="168"/>
                  </a:lnTo>
                  <a:lnTo>
                    <a:pt x="1835" y="6639"/>
                  </a:lnTo>
                  <a:lnTo>
                    <a:pt x="15445" y="6139"/>
                  </a:lnTo>
                  <a:lnTo>
                    <a:pt x="16913" y="1"/>
                  </a:lnTo>
                  <a:close/>
                </a:path>
              </a:pathLst>
            </a:custGeom>
            <a:solidFill>
              <a:srgbClr val="316A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44"/>
            <p:cNvSpPr/>
            <p:nvPr/>
          </p:nvSpPr>
          <p:spPr>
            <a:xfrm>
              <a:off x="2363525" y="7700950"/>
              <a:ext cx="450350" cy="206850"/>
            </a:xfrm>
            <a:custGeom>
              <a:avLst/>
              <a:gdLst/>
              <a:ahLst/>
              <a:cxnLst/>
              <a:rect l="l" t="t" r="r" b="b"/>
              <a:pathLst>
                <a:path w="18014" h="8274" extrusionOk="0">
                  <a:moveTo>
                    <a:pt x="1502" y="1"/>
                  </a:moveTo>
                  <a:lnTo>
                    <a:pt x="1" y="6806"/>
                  </a:lnTo>
                  <a:lnTo>
                    <a:pt x="14678" y="8273"/>
                  </a:lnTo>
                  <a:lnTo>
                    <a:pt x="18013" y="2269"/>
                  </a:lnTo>
                  <a:lnTo>
                    <a:pt x="1502" y="1"/>
                  </a:lnTo>
                  <a:close/>
                </a:path>
              </a:pathLst>
            </a:custGeom>
            <a:solidFill>
              <a:srgbClr val="316A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44"/>
            <p:cNvSpPr/>
            <p:nvPr/>
          </p:nvSpPr>
          <p:spPr>
            <a:xfrm>
              <a:off x="4972050" y="2634775"/>
              <a:ext cx="434500" cy="695700"/>
            </a:xfrm>
            <a:custGeom>
              <a:avLst/>
              <a:gdLst/>
              <a:ahLst/>
              <a:cxnLst/>
              <a:rect l="l" t="t" r="r" b="b"/>
              <a:pathLst>
                <a:path w="17380" h="27828" extrusionOk="0">
                  <a:moveTo>
                    <a:pt x="3585" y="0"/>
                  </a:moveTo>
                  <a:cubicBezTo>
                    <a:pt x="1904" y="0"/>
                    <a:pt x="533" y="1378"/>
                    <a:pt x="468" y="3138"/>
                  </a:cubicBezTo>
                  <a:lnTo>
                    <a:pt x="34" y="23920"/>
                  </a:lnTo>
                  <a:cubicBezTo>
                    <a:pt x="1" y="25754"/>
                    <a:pt x="1368" y="27255"/>
                    <a:pt x="3103" y="27356"/>
                  </a:cubicBezTo>
                  <a:lnTo>
                    <a:pt x="13710" y="27823"/>
                  </a:lnTo>
                  <a:cubicBezTo>
                    <a:pt x="13769" y="27826"/>
                    <a:pt x="13827" y="27828"/>
                    <a:pt x="13885" y="27828"/>
                  </a:cubicBezTo>
                  <a:cubicBezTo>
                    <a:pt x="15540" y="27828"/>
                    <a:pt x="16881" y="26460"/>
                    <a:pt x="16913" y="24687"/>
                  </a:cubicBezTo>
                  <a:lnTo>
                    <a:pt x="17346" y="3905"/>
                  </a:lnTo>
                  <a:cubicBezTo>
                    <a:pt x="17380" y="2104"/>
                    <a:pt x="16012" y="570"/>
                    <a:pt x="14278" y="503"/>
                  </a:cubicBezTo>
                  <a:lnTo>
                    <a:pt x="3703" y="3"/>
                  </a:lnTo>
                  <a:cubicBezTo>
                    <a:pt x="3664" y="1"/>
                    <a:pt x="3624" y="0"/>
                    <a:pt x="358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44"/>
            <p:cNvSpPr/>
            <p:nvPr/>
          </p:nvSpPr>
          <p:spPr>
            <a:xfrm>
              <a:off x="5008750" y="2673100"/>
              <a:ext cx="361125" cy="619750"/>
            </a:xfrm>
            <a:custGeom>
              <a:avLst/>
              <a:gdLst/>
              <a:ahLst/>
              <a:cxnLst/>
              <a:rect l="l" t="t" r="r" b="b"/>
              <a:pathLst>
                <a:path w="14445" h="24790" extrusionOk="0">
                  <a:moveTo>
                    <a:pt x="2089" y="0"/>
                  </a:moveTo>
                  <a:cubicBezTo>
                    <a:pt x="1204" y="0"/>
                    <a:pt x="467" y="744"/>
                    <a:pt x="467" y="1672"/>
                  </a:cubicBezTo>
                  <a:lnTo>
                    <a:pt x="34" y="22453"/>
                  </a:lnTo>
                  <a:cubicBezTo>
                    <a:pt x="0" y="23421"/>
                    <a:pt x="734" y="24255"/>
                    <a:pt x="1668" y="24288"/>
                  </a:cubicBezTo>
                  <a:lnTo>
                    <a:pt x="12276" y="24788"/>
                  </a:lnTo>
                  <a:cubicBezTo>
                    <a:pt x="12296" y="24789"/>
                    <a:pt x="12317" y="24790"/>
                    <a:pt x="12337" y="24790"/>
                  </a:cubicBezTo>
                  <a:cubicBezTo>
                    <a:pt x="13243" y="24790"/>
                    <a:pt x="13977" y="24066"/>
                    <a:pt x="13977" y="23087"/>
                  </a:cubicBezTo>
                  <a:lnTo>
                    <a:pt x="14411" y="2339"/>
                  </a:lnTo>
                  <a:cubicBezTo>
                    <a:pt x="14444" y="1338"/>
                    <a:pt x="13710" y="538"/>
                    <a:pt x="12776" y="471"/>
                  </a:cubicBezTo>
                  <a:lnTo>
                    <a:pt x="11175" y="404"/>
                  </a:lnTo>
                  <a:lnTo>
                    <a:pt x="11175" y="905"/>
                  </a:lnTo>
                  <a:cubicBezTo>
                    <a:pt x="11143" y="1718"/>
                    <a:pt x="10508" y="2340"/>
                    <a:pt x="9734" y="2340"/>
                  </a:cubicBezTo>
                  <a:cubicBezTo>
                    <a:pt x="9714" y="2340"/>
                    <a:pt x="9694" y="2340"/>
                    <a:pt x="9674" y="2339"/>
                  </a:cubicBezTo>
                  <a:lnTo>
                    <a:pt x="5104" y="2139"/>
                  </a:lnTo>
                  <a:cubicBezTo>
                    <a:pt x="4303" y="2106"/>
                    <a:pt x="3670" y="1405"/>
                    <a:pt x="3703" y="571"/>
                  </a:cubicBezTo>
                  <a:lnTo>
                    <a:pt x="3703" y="71"/>
                  </a:lnTo>
                  <a:lnTo>
                    <a:pt x="2202" y="4"/>
                  </a:lnTo>
                  <a:cubicBezTo>
                    <a:pt x="2164" y="1"/>
                    <a:pt x="2126" y="0"/>
                    <a:pt x="208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44"/>
            <p:cNvSpPr/>
            <p:nvPr/>
          </p:nvSpPr>
          <p:spPr>
            <a:xfrm>
              <a:off x="5007075" y="3208575"/>
              <a:ext cx="353625" cy="89275"/>
            </a:xfrm>
            <a:custGeom>
              <a:avLst/>
              <a:gdLst/>
              <a:ahLst/>
              <a:cxnLst/>
              <a:rect l="l" t="t" r="r" b="b"/>
              <a:pathLst>
                <a:path w="14145" h="3571" extrusionOk="0">
                  <a:moveTo>
                    <a:pt x="67" y="0"/>
                  </a:moveTo>
                  <a:lnTo>
                    <a:pt x="34" y="1301"/>
                  </a:lnTo>
                  <a:cubicBezTo>
                    <a:pt x="1" y="2235"/>
                    <a:pt x="735" y="3036"/>
                    <a:pt x="1602" y="3069"/>
                  </a:cubicBezTo>
                  <a:lnTo>
                    <a:pt x="12443" y="3570"/>
                  </a:lnTo>
                  <a:cubicBezTo>
                    <a:pt x="12464" y="3570"/>
                    <a:pt x="12484" y="3571"/>
                    <a:pt x="12505" y="3571"/>
                  </a:cubicBezTo>
                  <a:cubicBezTo>
                    <a:pt x="13377" y="3571"/>
                    <a:pt x="14078" y="2881"/>
                    <a:pt x="14111" y="1968"/>
                  </a:cubicBezTo>
                  <a:lnTo>
                    <a:pt x="14144" y="668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44"/>
            <p:cNvSpPr/>
            <p:nvPr/>
          </p:nvSpPr>
          <p:spPr>
            <a:xfrm>
              <a:off x="5143850" y="3261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44"/>
            <p:cNvSpPr/>
            <p:nvPr/>
          </p:nvSpPr>
          <p:spPr>
            <a:xfrm>
              <a:off x="5163025" y="2694025"/>
              <a:ext cx="98425" cy="5050"/>
            </a:xfrm>
            <a:custGeom>
              <a:avLst/>
              <a:gdLst/>
              <a:ahLst/>
              <a:cxnLst/>
              <a:rect l="l" t="t" r="r" b="b"/>
              <a:pathLst>
                <a:path w="3937" h="202" fill="none" extrusionOk="0">
                  <a:moveTo>
                    <a:pt x="3937" y="201"/>
                  </a:moveTo>
                  <a:lnTo>
                    <a:pt x="0" y="1"/>
                  </a:lnTo>
                </a:path>
              </a:pathLst>
            </a:custGeom>
            <a:noFill/>
            <a:ln w="5850" cap="rnd" cmpd="sng">
              <a:solidFill>
                <a:schemeClr val="accent6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44"/>
            <p:cNvSpPr/>
            <p:nvPr/>
          </p:nvSpPr>
          <p:spPr>
            <a:xfrm>
              <a:off x="5140500" y="2687200"/>
              <a:ext cx="10050" cy="10200"/>
            </a:xfrm>
            <a:custGeom>
              <a:avLst/>
              <a:gdLst/>
              <a:ahLst/>
              <a:cxnLst/>
              <a:rect l="l" t="t" r="r" b="b"/>
              <a:pathLst>
                <a:path w="402" h="408" extrusionOk="0">
                  <a:moveTo>
                    <a:pt x="161" y="1"/>
                  </a:moveTo>
                  <a:cubicBezTo>
                    <a:pt x="76" y="1"/>
                    <a:pt x="1" y="87"/>
                    <a:pt x="1" y="174"/>
                  </a:cubicBezTo>
                  <a:cubicBezTo>
                    <a:pt x="1" y="307"/>
                    <a:pt x="68" y="374"/>
                    <a:pt x="201" y="407"/>
                  </a:cubicBezTo>
                  <a:cubicBezTo>
                    <a:pt x="301" y="407"/>
                    <a:pt x="368" y="307"/>
                    <a:pt x="368" y="207"/>
                  </a:cubicBezTo>
                  <a:cubicBezTo>
                    <a:pt x="401" y="107"/>
                    <a:pt x="301" y="7"/>
                    <a:pt x="201" y="7"/>
                  </a:cubicBezTo>
                  <a:cubicBezTo>
                    <a:pt x="188" y="3"/>
                    <a:pt x="174" y="1"/>
                    <a:pt x="16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5" name="Google Shape;365;p44"/>
          <p:cNvGrpSpPr/>
          <p:nvPr/>
        </p:nvGrpSpPr>
        <p:grpSpPr>
          <a:xfrm>
            <a:off x="5908240" y="683029"/>
            <a:ext cx="1043488" cy="983731"/>
            <a:chOff x="5908350" y="683050"/>
            <a:chExt cx="669675" cy="631325"/>
          </a:xfrm>
        </p:grpSpPr>
        <p:grpSp>
          <p:nvGrpSpPr>
            <p:cNvPr id="366" name="Google Shape;366;p44"/>
            <p:cNvGrpSpPr/>
            <p:nvPr/>
          </p:nvGrpSpPr>
          <p:grpSpPr>
            <a:xfrm flipH="1">
              <a:off x="5908350" y="683050"/>
              <a:ext cx="669675" cy="631325"/>
              <a:chOff x="4597625" y="1785875"/>
              <a:chExt cx="669675" cy="631325"/>
            </a:xfrm>
          </p:grpSpPr>
          <p:sp>
            <p:nvSpPr>
              <p:cNvPr id="367" name="Google Shape;367;p44"/>
              <p:cNvSpPr/>
              <p:nvPr/>
            </p:nvSpPr>
            <p:spPr>
              <a:xfrm>
                <a:off x="4635975" y="1785875"/>
                <a:ext cx="631325" cy="631325"/>
              </a:xfrm>
              <a:custGeom>
                <a:avLst/>
                <a:gdLst/>
                <a:ahLst/>
                <a:cxnLst/>
                <a:rect l="l" t="t" r="r" b="b"/>
                <a:pathLst>
                  <a:path w="25253" h="25253" extrusionOk="0">
                    <a:moveTo>
                      <a:pt x="12643" y="1"/>
                    </a:moveTo>
                    <a:cubicBezTo>
                      <a:pt x="6605" y="1"/>
                      <a:pt x="1569" y="4237"/>
                      <a:pt x="301" y="9875"/>
                    </a:cubicBezTo>
                    <a:cubicBezTo>
                      <a:pt x="301" y="9908"/>
                      <a:pt x="301" y="9941"/>
                      <a:pt x="301" y="9941"/>
                    </a:cubicBezTo>
                    <a:cubicBezTo>
                      <a:pt x="268" y="10042"/>
                      <a:pt x="268" y="10108"/>
                      <a:pt x="234" y="10208"/>
                    </a:cubicBezTo>
                    <a:cubicBezTo>
                      <a:pt x="201" y="10375"/>
                      <a:pt x="168" y="10575"/>
                      <a:pt x="134" y="10742"/>
                    </a:cubicBezTo>
                    <a:cubicBezTo>
                      <a:pt x="134" y="10842"/>
                      <a:pt x="134" y="10942"/>
                      <a:pt x="101" y="11009"/>
                    </a:cubicBezTo>
                    <a:cubicBezTo>
                      <a:pt x="101" y="11109"/>
                      <a:pt x="101" y="11209"/>
                      <a:pt x="67" y="11309"/>
                    </a:cubicBezTo>
                    <a:cubicBezTo>
                      <a:pt x="67" y="11443"/>
                      <a:pt x="67" y="11609"/>
                      <a:pt x="34" y="11743"/>
                    </a:cubicBezTo>
                    <a:cubicBezTo>
                      <a:pt x="34" y="11943"/>
                      <a:pt x="34" y="12110"/>
                      <a:pt x="1" y="12276"/>
                    </a:cubicBezTo>
                    <a:cubicBezTo>
                      <a:pt x="1" y="12410"/>
                      <a:pt x="1" y="12510"/>
                      <a:pt x="1" y="12643"/>
                    </a:cubicBezTo>
                    <a:cubicBezTo>
                      <a:pt x="1" y="12777"/>
                      <a:pt x="1" y="12910"/>
                      <a:pt x="34" y="13077"/>
                    </a:cubicBezTo>
                    <a:cubicBezTo>
                      <a:pt x="34" y="13144"/>
                      <a:pt x="34" y="13210"/>
                      <a:pt x="34" y="13277"/>
                    </a:cubicBezTo>
                    <a:cubicBezTo>
                      <a:pt x="34" y="13311"/>
                      <a:pt x="34" y="13311"/>
                      <a:pt x="34" y="13344"/>
                    </a:cubicBezTo>
                    <a:cubicBezTo>
                      <a:pt x="34" y="13477"/>
                      <a:pt x="34" y="13577"/>
                      <a:pt x="67" y="13711"/>
                    </a:cubicBezTo>
                    <a:lnTo>
                      <a:pt x="67" y="13744"/>
                    </a:lnTo>
                    <a:cubicBezTo>
                      <a:pt x="67" y="13911"/>
                      <a:pt x="101" y="14078"/>
                      <a:pt x="101" y="14245"/>
                    </a:cubicBezTo>
                    <a:lnTo>
                      <a:pt x="134" y="14245"/>
                    </a:lnTo>
                    <a:cubicBezTo>
                      <a:pt x="134" y="14411"/>
                      <a:pt x="168" y="14545"/>
                      <a:pt x="168" y="14712"/>
                    </a:cubicBezTo>
                    <a:cubicBezTo>
                      <a:pt x="201" y="14745"/>
                      <a:pt x="201" y="14812"/>
                      <a:pt x="201" y="14845"/>
                    </a:cubicBezTo>
                    <a:cubicBezTo>
                      <a:pt x="201" y="14878"/>
                      <a:pt x="201" y="14878"/>
                      <a:pt x="201" y="14878"/>
                    </a:cubicBezTo>
                    <a:cubicBezTo>
                      <a:pt x="234" y="15012"/>
                      <a:pt x="268" y="15179"/>
                      <a:pt x="301" y="15312"/>
                    </a:cubicBezTo>
                    <a:cubicBezTo>
                      <a:pt x="334" y="15479"/>
                      <a:pt x="368" y="15646"/>
                      <a:pt x="434" y="15812"/>
                    </a:cubicBezTo>
                    <a:cubicBezTo>
                      <a:pt x="501" y="16179"/>
                      <a:pt x="635" y="16513"/>
                      <a:pt x="735" y="16846"/>
                    </a:cubicBezTo>
                    <a:cubicBezTo>
                      <a:pt x="1669" y="19515"/>
                      <a:pt x="3503" y="21750"/>
                      <a:pt x="5838" y="23251"/>
                    </a:cubicBezTo>
                    <a:cubicBezTo>
                      <a:pt x="6939" y="23985"/>
                      <a:pt x="8173" y="24519"/>
                      <a:pt x="9474" y="24852"/>
                    </a:cubicBezTo>
                    <a:cubicBezTo>
                      <a:pt x="9741" y="24919"/>
                      <a:pt x="10008" y="24986"/>
                      <a:pt x="10275" y="25019"/>
                    </a:cubicBezTo>
                    <a:cubicBezTo>
                      <a:pt x="10408" y="25052"/>
                      <a:pt x="10575" y="25086"/>
                      <a:pt x="10708" y="25086"/>
                    </a:cubicBezTo>
                    <a:cubicBezTo>
                      <a:pt x="10808" y="25119"/>
                      <a:pt x="10909" y="25119"/>
                      <a:pt x="11009" y="25152"/>
                    </a:cubicBezTo>
                    <a:cubicBezTo>
                      <a:pt x="11109" y="25152"/>
                      <a:pt x="11175" y="25152"/>
                      <a:pt x="11275" y="25186"/>
                    </a:cubicBezTo>
                    <a:cubicBezTo>
                      <a:pt x="11409" y="25186"/>
                      <a:pt x="11542" y="25186"/>
                      <a:pt x="11642" y="25219"/>
                    </a:cubicBezTo>
                    <a:lnTo>
                      <a:pt x="12243" y="25219"/>
                    </a:lnTo>
                    <a:cubicBezTo>
                      <a:pt x="12376" y="25252"/>
                      <a:pt x="12510" y="25252"/>
                      <a:pt x="12643" y="25252"/>
                    </a:cubicBezTo>
                    <a:cubicBezTo>
                      <a:pt x="19581" y="25252"/>
                      <a:pt x="25252" y="19582"/>
                      <a:pt x="25252" y="12643"/>
                    </a:cubicBezTo>
                    <a:cubicBezTo>
                      <a:pt x="25252" y="12510"/>
                      <a:pt x="25252" y="12410"/>
                      <a:pt x="25252" y="12276"/>
                    </a:cubicBezTo>
                    <a:cubicBezTo>
                      <a:pt x="25219" y="12110"/>
                      <a:pt x="25219" y="11943"/>
                      <a:pt x="25219" y="11743"/>
                    </a:cubicBezTo>
                    <a:cubicBezTo>
                      <a:pt x="25185" y="11609"/>
                      <a:pt x="25185" y="11443"/>
                      <a:pt x="25185" y="11309"/>
                    </a:cubicBezTo>
                    <a:cubicBezTo>
                      <a:pt x="25152" y="11209"/>
                      <a:pt x="25152" y="11109"/>
                      <a:pt x="25152" y="11009"/>
                    </a:cubicBezTo>
                    <a:cubicBezTo>
                      <a:pt x="25119" y="10942"/>
                      <a:pt x="25119" y="10842"/>
                      <a:pt x="25085" y="10742"/>
                    </a:cubicBezTo>
                    <a:cubicBezTo>
                      <a:pt x="25085" y="10575"/>
                      <a:pt x="25052" y="10375"/>
                      <a:pt x="25019" y="10208"/>
                    </a:cubicBezTo>
                    <a:cubicBezTo>
                      <a:pt x="24985" y="10108"/>
                      <a:pt x="24985" y="10042"/>
                      <a:pt x="24952" y="9941"/>
                    </a:cubicBezTo>
                    <a:cubicBezTo>
                      <a:pt x="24952" y="9941"/>
                      <a:pt x="24952" y="9908"/>
                      <a:pt x="24952" y="9875"/>
                    </a:cubicBezTo>
                    <a:cubicBezTo>
                      <a:pt x="23684" y="4237"/>
                      <a:pt x="18647" y="1"/>
                      <a:pt x="1264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44"/>
              <p:cNvSpPr/>
              <p:nvPr/>
            </p:nvSpPr>
            <p:spPr>
              <a:xfrm>
                <a:off x="4597625" y="2032725"/>
                <a:ext cx="669675" cy="384475"/>
              </a:xfrm>
              <a:custGeom>
                <a:avLst/>
                <a:gdLst/>
                <a:ahLst/>
                <a:cxnLst/>
                <a:rect l="l" t="t" r="r" b="b"/>
                <a:pathLst>
                  <a:path w="26787" h="15379" extrusionOk="0">
                    <a:moveTo>
                      <a:pt x="1835" y="1"/>
                    </a:moveTo>
                    <a:cubicBezTo>
                      <a:pt x="1835" y="34"/>
                      <a:pt x="1835" y="67"/>
                      <a:pt x="1835" y="67"/>
                    </a:cubicBezTo>
                    <a:cubicBezTo>
                      <a:pt x="1802" y="168"/>
                      <a:pt x="1802" y="234"/>
                      <a:pt x="1768" y="334"/>
                    </a:cubicBezTo>
                    <a:cubicBezTo>
                      <a:pt x="1735" y="501"/>
                      <a:pt x="1702" y="701"/>
                      <a:pt x="1668" y="868"/>
                    </a:cubicBezTo>
                    <a:cubicBezTo>
                      <a:pt x="1668" y="968"/>
                      <a:pt x="1668" y="1068"/>
                      <a:pt x="1635" y="1135"/>
                    </a:cubicBezTo>
                    <a:cubicBezTo>
                      <a:pt x="1635" y="1235"/>
                      <a:pt x="1635" y="1335"/>
                      <a:pt x="1601" y="1435"/>
                    </a:cubicBezTo>
                    <a:cubicBezTo>
                      <a:pt x="1601" y="1569"/>
                      <a:pt x="1601" y="1735"/>
                      <a:pt x="1568" y="1869"/>
                    </a:cubicBezTo>
                    <a:cubicBezTo>
                      <a:pt x="1568" y="2069"/>
                      <a:pt x="1568" y="2236"/>
                      <a:pt x="1535" y="2402"/>
                    </a:cubicBezTo>
                    <a:cubicBezTo>
                      <a:pt x="1535" y="2536"/>
                      <a:pt x="1535" y="2636"/>
                      <a:pt x="1535" y="2769"/>
                    </a:cubicBezTo>
                    <a:cubicBezTo>
                      <a:pt x="1535" y="2903"/>
                      <a:pt x="1535" y="3036"/>
                      <a:pt x="1568" y="3203"/>
                    </a:cubicBezTo>
                    <a:cubicBezTo>
                      <a:pt x="1568" y="3270"/>
                      <a:pt x="1568" y="3336"/>
                      <a:pt x="1568" y="3403"/>
                    </a:cubicBezTo>
                    <a:cubicBezTo>
                      <a:pt x="1568" y="3437"/>
                      <a:pt x="1568" y="3437"/>
                      <a:pt x="1568" y="3470"/>
                    </a:cubicBezTo>
                    <a:cubicBezTo>
                      <a:pt x="1568" y="3603"/>
                      <a:pt x="1568" y="3703"/>
                      <a:pt x="1601" y="3837"/>
                    </a:cubicBezTo>
                    <a:lnTo>
                      <a:pt x="1601" y="3870"/>
                    </a:lnTo>
                    <a:cubicBezTo>
                      <a:pt x="1601" y="4037"/>
                      <a:pt x="1635" y="4204"/>
                      <a:pt x="1635" y="4371"/>
                    </a:cubicBezTo>
                    <a:lnTo>
                      <a:pt x="1668" y="4371"/>
                    </a:lnTo>
                    <a:cubicBezTo>
                      <a:pt x="1668" y="4537"/>
                      <a:pt x="1702" y="4671"/>
                      <a:pt x="1702" y="4838"/>
                    </a:cubicBezTo>
                    <a:cubicBezTo>
                      <a:pt x="1735" y="4871"/>
                      <a:pt x="1735" y="4938"/>
                      <a:pt x="1735" y="4971"/>
                    </a:cubicBezTo>
                    <a:cubicBezTo>
                      <a:pt x="1735" y="5004"/>
                      <a:pt x="1735" y="5004"/>
                      <a:pt x="1735" y="5004"/>
                    </a:cubicBezTo>
                    <a:cubicBezTo>
                      <a:pt x="1768" y="5138"/>
                      <a:pt x="1802" y="5305"/>
                      <a:pt x="1835" y="5438"/>
                    </a:cubicBezTo>
                    <a:cubicBezTo>
                      <a:pt x="1868" y="5605"/>
                      <a:pt x="1902" y="5772"/>
                      <a:pt x="1968" y="5938"/>
                    </a:cubicBezTo>
                    <a:cubicBezTo>
                      <a:pt x="2035" y="6305"/>
                      <a:pt x="2135" y="6639"/>
                      <a:pt x="2269" y="6972"/>
                    </a:cubicBezTo>
                    <a:lnTo>
                      <a:pt x="0" y="15378"/>
                    </a:lnTo>
                    <a:lnTo>
                      <a:pt x="7372" y="13377"/>
                    </a:lnTo>
                    <a:cubicBezTo>
                      <a:pt x="8473" y="14111"/>
                      <a:pt x="9707" y="14645"/>
                      <a:pt x="11008" y="14978"/>
                    </a:cubicBezTo>
                    <a:cubicBezTo>
                      <a:pt x="11275" y="15045"/>
                      <a:pt x="11542" y="15112"/>
                      <a:pt x="11809" y="15145"/>
                    </a:cubicBezTo>
                    <a:cubicBezTo>
                      <a:pt x="11942" y="15178"/>
                      <a:pt x="12109" y="15212"/>
                      <a:pt x="12242" y="15212"/>
                    </a:cubicBezTo>
                    <a:cubicBezTo>
                      <a:pt x="12342" y="15245"/>
                      <a:pt x="12443" y="15245"/>
                      <a:pt x="12543" y="15278"/>
                    </a:cubicBezTo>
                    <a:cubicBezTo>
                      <a:pt x="12643" y="15278"/>
                      <a:pt x="12709" y="15278"/>
                      <a:pt x="12809" y="15312"/>
                    </a:cubicBezTo>
                    <a:cubicBezTo>
                      <a:pt x="12943" y="15312"/>
                      <a:pt x="13076" y="15312"/>
                      <a:pt x="13176" y="15345"/>
                    </a:cubicBezTo>
                    <a:lnTo>
                      <a:pt x="13777" y="15345"/>
                    </a:lnTo>
                    <a:cubicBezTo>
                      <a:pt x="13910" y="15378"/>
                      <a:pt x="14044" y="15378"/>
                      <a:pt x="14177" y="15378"/>
                    </a:cubicBezTo>
                    <a:cubicBezTo>
                      <a:pt x="21115" y="15378"/>
                      <a:pt x="26786" y="9708"/>
                      <a:pt x="26786" y="2769"/>
                    </a:cubicBezTo>
                    <a:cubicBezTo>
                      <a:pt x="26786" y="2636"/>
                      <a:pt x="26786" y="2536"/>
                      <a:pt x="26786" y="2402"/>
                    </a:cubicBezTo>
                    <a:cubicBezTo>
                      <a:pt x="26753" y="2236"/>
                      <a:pt x="26753" y="2069"/>
                      <a:pt x="26753" y="1869"/>
                    </a:cubicBezTo>
                    <a:cubicBezTo>
                      <a:pt x="26719" y="1735"/>
                      <a:pt x="26719" y="1569"/>
                      <a:pt x="26719" y="1435"/>
                    </a:cubicBezTo>
                    <a:cubicBezTo>
                      <a:pt x="26686" y="1335"/>
                      <a:pt x="26686" y="1235"/>
                      <a:pt x="26686" y="1135"/>
                    </a:cubicBezTo>
                    <a:cubicBezTo>
                      <a:pt x="26653" y="1068"/>
                      <a:pt x="26653" y="968"/>
                      <a:pt x="26619" y="868"/>
                    </a:cubicBezTo>
                    <a:cubicBezTo>
                      <a:pt x="26619" y="701"/>
                      <a:pt x="26586" y="501"/>
                      <a:pt x="26553" y="334"/>
                    </a:cubicBezTo>
                    <a:cubicBezTo>
                      <a:pt x="26519" y="234"/>
                      <a:pt x="26519" y="168"/>
                      <a:pt x="26486" y="67"/>
                    </a:cubicBezTo>
                    <a:cubicBezTo>
                      <a:pt x="26486" y="67"/>
                      <a:pt x="26486" y="34"/>
                      <a:pt x="26486" y="1"/>
                    </a:cubicBezTo>
                    <a:cubicBezTo>
                      <a:pt x="25218" y="5671"/>
                      <a:pt x="20181" y="9874"/>
                      <a:pt x="14177" y="9874"/>
                    </a:cubicBezTo>
                    <a:cubicBezTo>
                      <a:pt x="8139" y="9874"/>
                      <a:pt x="3103" y="5671"/>
                      <a:pt x="183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9" name="Google Shape;369;p44"/>
            <p:cNvGrpSpPr/>
            <p:nvPr/>
          </p:nvGrpSpPr>
          <p:grpSpPr>
            <a:xfrm>
              <a:off x="6009317" y="802417"/>
              <a:ext cx="377274" cy="368832"/>
              <a:chOff x="3851258" y="2585656"/>
              <a:chExt cx="243042" cy="237619"/>
            </a:xfrm>
          </p:grpSpPr>
          <p:sp>
            <p:nvSpPr>
              <p:cNvPr id="370" name="Google Shape;370;p44"/>
              <p:cNvSpPr/>
              <p:nvPr/>
            </p:nvSpPr>
            <p:spPr>
              <a:xfrm>
                <a:off x="3851258" y="2585656"/>
                <a:ext cx="238964" cy="232316"/>
              </a:xfrm>
              <a:custGeom>
                <a:avLst/>
                <a:gdLst/>
                <a:ahLst/>
                <a:cxnLst/>
                <a:rect l="l" t="t" r="r" b="b"/>
                <a:pathLst>
                  <a:path w="7693" h="7479" extrusionOk="0">
                    <a:moveTo>
                      <a:pt x="2597" y="2073"/>
                    </a:moveTo>
                    <a:cubicBezTo>
                      <a:pt x="2787" y="2073"/>
                      <a:pt x="2930" y="2215"/>
                      <a:pt x="2930" y="2406"/>
                    </a:cubicBezTo>
                    <a:cubicBezTo>
                      <a:pt x="2930" y="2573"/>
                      <a:pt x="2787" y="2716"/>
                      <a:pt x="2597" y="2716"/>
                    </a:cubicBezTo>
                    <a:cubicBezTo>
                      <a:pt x="2430" y="2716"/>
                      <a:pt x="2263" y="2573"/>
                      <a:pt x="2263" y="2406"/>
                    </a:cubicBezTo>
                    <a:cubicBezTo>
                      <a:pt x="2263" y="2215"/>
                      <a:pt x="2430" y="2073"/>
                      <a:pt x="2597" y="2073"/>
                    </a:cubicBezTo>
                    <a:close/>
                    <a:moveTo>
                      <a:pt x="2597" y="1001"/>
                    </a:moveTo>
                    <a:cubicBezTo>
                      <a:pt x="3216" y="1001"/>
                      <a:pt x="3740" y="1382"/>
                      <a:pt x="3930" y="1953"/>
                    </a:cubicBezTo>
                    <a:cubicBezTo>
                      <a:pt x="3740" y="2001"/>
                      <a:pt x="3573" y="2096"/>
                      <a:pt x="3406" y="2168"/>
                    </a:cubicBezTo>
                    <a:cubicBezTo>
                      <a:pt x="3311" y="1811"/>
                      <a:pt x="2978" y="1549"/>
                      <a:pt x="2597" y="1549"/>
                    </a:cubicBezTo>
                    <a:cubicBezTo>
                      <a:pt x="2144" y="1549"/>
                      <a:pt x="1763" y="1930"/>
                      <a:pt x="1763" y="2406"/>
                    </a:cubicBezTo>
                    <a:cubicBezTo>
                      <a:pt x="1763" y="2787"/>
                      <a:pt x="2025" y="3120"/>
                      <a:pt x="2382" y="3216"/>
                    </a:cubicBezTo>
                    <a:cubicBezTo>
                      <a:pt x="2287" y="3382"/>
                      <a:pt x="2216" y="3549"/>
                      <a:pt x="2144" y="3716"/>
                    </a:cubicBezTo>
                    <a:cubicBezTo>
                      <a:pt x="1596" y="3525"/>
                      <a:pt x="1192" y="3001"/>
                      <a:pt x="1192" y="2406"/>
                    </a:cubicBezTo>
                    <a:cubicBezTo>
                      <a:pt x="1192" y="1620"/>
                      <a:pt x="1835" y="1001"/>
                      <a:pt x="2597" y="1001"/>
                    </a:cubicBezTo>
                    <a:close/>
                    <a:moveTo>
                      <a:pt x="4573" y="2335"/>
                    </a:moveTo>
                    <a:lnTo>
                      <a:pt x="4573" y="2573"/>
                    </a:lnTo>
                    <a:cubicBezTo>
                      <a:pt x="4573" y="3001"/>
                      <a:pt x="4930" y="3335"/>
                      <a:pt x="5359" y="3335"/>
                    </a:cubicBezTo>
                    <a:cubicBezTo>
                      <a:pt x="5502" y="3335"/>
                      <a:pt x="5621" y="3454"/>
                      <a:pt x="5621" y="3597"/>
                    </a:cubicBezTo>
                    <a:cubicBezTo>
                      <a:pt x="5621" y="3740"/>
                      <a:pt x="5502" y="3859"/>
                      <a:pt x="5359" y="3859"/>
                    </a:cubicBezTo>
                    <a:lnTo>
                      <a:pt x="4335" y="3859"/>
                    </a:lnTo>
                    <a:cubicBezTo>
                      <a:pt x="3906" y="3859"/>
                      <a:pt x="3549" y="4216"/>
                      <a:pt x="3549" y="4644"/>
                    </a:cubicBezTo>
                    <a:cubicBezTo>
                      <a:pt x="3549" y="4787"/>
                      <a:pt x="3430" y="4906"/>
                      <a:pt x="3287" y="4906"/>
                    </a:cubicBezTo>
                    <a:lnTo>
                      <a:pt x="2525" y="4906"/>
                    </a:lnTo>
                    <a:cubicBezTo>
                      <a:pt x="2525" y="4811"/>
                      <a:pt x="2501" y="4716"/>
                      <a:pt x="2501" y="4644"/>
                    </a:cubicBezTo>
                    <a:cubicBezTo>
                      <a:pt x="2501" y="3430"/>
                      <a:pt x="3430" y="2454"/>
                      <a:pt x="4573" y="2335"/>
                    </a:cubicBezTo>
                    <a:close/>
                    <a:moveTo>
                      <a:pt x="5097" y="2335"/>
                    </a:moveTo>
                    <a:cubicBezTo>
                      <a:pt x="6264" y="2454"/>
                      <a:pt x="7169" y="3430"/>
                      <a:pt x="7169" y="4644"/>
                    </a:cubicBezTo>
                    <a:cubicBezTo>
                      <a:pt x="7169" y="4716"/>
                      <a:pt x="7169" y="4811"/>
                      <a:pt x="7169" y="4906"/>
                    </a:cubicBezTo>
                    <a:lnTo>
                      <a:pt x="5883" y="4906"/>
                    </a:lnTo>
                    <a:cubicBezTo>
                      <a:pt x="5454" y="4906"/>
                      <a:pt x="5097" y="5240"/>
                      <a:pt x="5097" y="5669"/>
                    </a:cubicBezTo>
                    <a:cubicBezTo>
                      <a:pt x="5097" y="5811"/>
                      <a:pt x="4978" y="5930"/>
                      <a:pt x="4835" y="5930"/>
                    </a:cubicBezTo>
                    <a:lnTo>
                      <a:pt x="4335" y="5930"/>
                    </a:lnTo>
                    <a:cubicBezTo>
                      <a:pt x="3930" y="5930"/>
                      <a:pt x="3621" y="6216"/>
                      <a:pt x="3549" y="6573"/>
                    </a:cubicBezTo>
                    <a:cubicBezTo>
                      <a:pt x="3144" y="6311"/>
                      <a:pt x="2811" y="5907"/>
                      <a:pt x="2644" y="5407"/>
                    </a:cubicBezTo>
                    <a:lnTo>
                      <a:pt x="3287" y="5407"/>
                    </a:lnTo>
                    <a:cubicBezTo>
                      <a:pt x="3716" y="5407"/>
                      <a:pt x="4073" y="5073"/>
                      <a:pt x="4073" y="4644"/>
                    </a:cubicBezTo>
                    <a:cubicBezTo>
                      <a:pt x="4073" y="4502"/>
                      <a:pt x="4192" y="4383"/>
                      <a:pt x="4335" y="4383"/>
                    </a:cubicBezTo>
                    <a:lnTo>
                      <a:pt x="5359" y="4383"/>
                    </a:lnTo>
                    <a:cubicBezTo>
                      <a:pt x="5788" y="4383"/>
                      <a:pt x="6145" y="4025"/>
                      <a:pt x="6145" y="3597"/>
                    </a:cubicBezTo>
                    <a:cubicBezTo>
                      <a:pt x="6145" y="3168"/>
                      <a:pt x="5788" y="2835"/>
                      <a:pt x="5359" y="2835"/>
                    </a:cubicBezTo>
                    <a:cubicBezTo>
                      <a:pt x="5216" y="2835"/>
                      <a:pt x="5097" y="2716"/>
                      <a:pt x="5097" y="2573"/>
                    </a:cubicBezTo>
                    <a:lnTo>
                      <a:pt x="5097" y="2335"/>
                    </a:lnTo>
                    <a:close/>
                    <a:moveTo>
                      <a:pt x="7050" y="5407"/>
                    </a:moveTo>
                    <a:cubicBezTo>
                      <a:pt x="6717" y="6311"/>
                      <a:pt x="5859" y="6978"/>
                      <a:pt x="4835" y="6978"/>
                    </a:cubicBezTo>
                    <a:cubicBezTo>
                      <a:pt x="4573" y="6978"/>
                      <a:pt x="4311" y="6931"/>
                      <a:pt x="4073" y="6835"/>
                    </a:cubicBezTo>
                    <a:lnTo>
                      <a:pt x="4073" y="6716"/>
                    </a:lnTo>
                    <a:cubicBezTo>
                      <a:pt x="4073" y="6573"/>
                      <a:pt x="4192" y="6454"/>
                      <a:pt x="4335" y="6454"/>
                    </a:cubicBezTo>
                    <a:lnTo>
                      <a:pt x="4835" y="6454"/>
                    </a:lnTo>
                    <a:cubicBezTo>
                      <a:pt x="5264" y="6454"/>
                      <a:pt x="5621" y="6097"/>
                      <a:pt x="5621" y="5669"/>
                    </a:cubicBezTo>
                    <a:cubicBezTo>
                      <a:pt x="5621" y="5526"/>
                      <a:pt x="5740" y="5407"/>
                      <a:pt x="5883" y="5407"/>
                    </a:cubicBezTo>
                    <a:close/>
                    <a:moveTo>
                      <a:pt x="1525" y="1"/>
                    </a:moveTo>
                    <a:lnTo>
                      <a:pt x="1073" y="263"/>
                    </a:lnTo>
                    <a:lnTo>
                      <a:pt x="1430" y="882"/>
                    </a:lnTo>
                    <a:cubicBezTo>
                      <a:pt x="1049" y="1191"/>
                      <a:pt x="763" y="1620"/>
                      <a:pt x="691" y="2144"/>
                    </a:cubicBezTo>
                    <a:lnTo>
                      <a:pt x="1" y="2144"/>
                    </a:lnTo>
                    <a:lnTo>
                      <a:pt x="1" y="2644"/>
                    </a:lnTo>
                    <a:lnTo>
                      <a:pt x="691" y="2644"/>
                    </a:lnTo>
                    <a:cubicBezTo>
                      <a:pt x="763" y="3168"/>
                      <a:pt x="1049" y="3620"/>
                      <a:pt x="1430" y="3906"/>
                    </a:cubicBezTo>
                    <a:lnTo>
                      <a:pt x="1073" y="4525"/>
                    </a:lnTo>
                    <a:lnTo>
                      <a:pt x="1525" y="4787"/>
                    </a:lnTo>
                    <a:lnTo>
                      <a:pt x="1882" y="4168"/>
                    </a:lnTo>
                    <a:cubicBezTo>
                      <a:pt x="1930" y="4192"/>
                      <a:pt x="1977" y="4216"/>
                      <a:pt x="2025" y="4216"/>
                    </a:cubicBezTo>
                    <a:cubicBezTo>
                      <a:pt x="2001" y="4359"/>
                      <a:pt x="2001" y="4502"/>
                      <a:pt x="2001" y="4644"/>
                    </a:cubicBezTo>
                    <a:cubicBezTo>
                      <a:pt x="2001" y="6216"/>
                      <a:pt x="3263" y="7478"/>
                      <a:pt x="4835" y="7478"/>
                    </a:cubicBezTo>
                    <a:cubicBezTo>
                      <a:pt x="6407" y="7478"/>
                      <a:pt x="7693" y="6216"/>
                      <a:pt x="7693" y="4644"/>
                    </a:cubicBezTo>
                    <a:cubicBezTo>
                      <a:pt x="7693" y="3073"/>
                      <a:pt x="6407" y="1787"/>
                      <a:pt x="4835" y="1787"/>
                    </a:cubicBezTo>
                    <a:cubicBezTo>
                      <a:pt x="4692" y="1787"/>
                      <a:pt x="4573" y="1811"/>
                      <a:pt x="4430" y="1834"/>
                    </a:cubicBezTo>
                    <a:cubicBezTo>
                      <a:pt x="4311" y="1453"/>
                      <a:pt x="4073" y="1120"/>
                      <a:pt x="3764" y="882"/>
                    </a:cubicBezTo>
                    <a:lnTo>
                      <a:pt x="4121" y="263"/>
                    </a:lnTo>
                    <a:lnTo>
                      <a:pt x="3668" y="1"/>
                    </a:lnTo>
                    <a:lnTo>
                      <a:pt x="3335" y="620"/>
                    </a:lnTo>
                    <a:cubicBezTo>
                      <a:pt x="3097" y="525"/>
                      <a:pt x="2859" y="477"/>
                      <a:pt x="2597" y="477"/>
                    </a:cubicBezTo>
                    <a:cubicBezTo>
                      <a:pt x="2335" y="477"/>
                      <a:pt x="2097" y="525"/>
                      <a:pt x="1882" y="620"/>
                    </a:cubicBezTo>
                    <a:lnTo>
                      <a:pt x="152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44"/>
              <p:cNvSpPr/>
              <p:nvPr/>
            </p:nvSpPr>
            <p:spPr>
              <a:xfrm>
                <a:off x="3879950" y="2630350"/>
                <a:ext cx="17875" cy="17300"/>
              </a:xfrm>
              <a:custGeom>
                <a:avLst/>
                <a:gdLst/>
                <a:ahLst/>
                <a:cxnLst/>
                <a:rect l="l" t="t" r="r" b="b"/>
                <a:pathLst>
                  <a:path w="715" h="692" extrusionOk="0">
                    <a:moveTo>
                      <a:pt x="262" y="1"/>
                    </a:moveTo>
                    <a:lnTo>
                      <a:pt x="0" y="429"/>
                    </a:lnTo>
                    <a:lnTo>
                      <a:pt x="453" y="691"/>
                    </a:lnTo>
                    <a:lnTo>
                      <a:pt x="715" y="239"/>
                    </a:lnTo>
                    <a:lnTo>
                      <a:pt x="262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44"/>
              <p:cNvSpPr/>
              <p:nvPr/>
            </p:nvSpPr>
            <p:spPr>
              <a:xfrm>
                <a:off x="3981750" y="2630350"/>
                <a:ext cx="17300" cy="17300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92" extrusionOk="0">
                    <a:moveTo>
                      <a:pt x="429" y="1"/>
                    </a:moveTo>
                    <a:lnTo>
                      <a:pt x="0" y="239"/>
                    </a:lnTo>
                    <a:lnTo>
                      <a:pt x="262" y="691"/>
                    </a:lnTo>
                    <a:lnTo>
                      <a:pt x="691" y="429"/>
                    </a:lnTo>
                    <a:lnTo>
                      <a:pt x="429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44"/>
              <p:cNvSpPr/>
              <p:nvPr/>
            </p:nvSpPr>
            <p:spPr>
              <a:xfrm>
                <a:off x="3879950" y="2688700"/>
                <a:ext cx="17875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715" h="716" extrusionOk="0">
                    <a:moveTo>
                      <a:pt x="453" y="1"/>
                    </a:moveTo>
                    <a:lnTo>
                      <a:pt x="0" y="263"/>
                    </a:lnTo>
                    <a:lnTo>
                      <a:pt x="262" y="715"/>
                    </a:lnTo>
                    <a:lnTo>
                      <a:pt x="715" y="453"/>
                    </a:lnTo>
                    <a:lnTo>
                      <a:pt x="45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44"/>
              <p:cNvSpPr/>
              <p:nvPr/>
            </p:nvSpPr>
            <p:spPr>
              <a:xfrm>
                <a:off x="3932925" y="2602975"/>
                <a:ext cx="13125" cy="13125"/>
              </a:xfrm>
              <a:custGeom>
                <a:avLst/>
                <a:gdLst/>
                <a:ahLst/>
                <a:cxnLst/>
                <a:rect l="l" t="t" r="r" b="b"/>
                <a:pathLst>
                  <a:path w="525" h="525" extrusionOk="0">
                    <a:moveTo>
                      <a:pt x="1" y="0"/>
                    </a:moveTo>
                    <a:lnTo>
                      <a:pt x="1" y="524"/>
                    </a:lnTo>
                    <a:lnTo>
                      <a:pt x="525" y="524"/>
                    </a:lnTo>
                    <a:lnTo>
                      <a:pt x="5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44"/>
              <p:cNvSpPr/>
              <p:nvPr/>
            </p:nvSpPr>
            <p:spPr>
              <a:xfrm>
                <a:off x="3988900" y="2810150"/>
                <a:ext cx="13125" cy="13125"/>
              </a:xfrm>
              <a:custGeom>
                <a:avLst/>
                <a:gdLst/>
                <a:ahLst/>
                <a:cxnLst/>
                <a:rect l="l" t="t" r="r" b="b"/>
                <a:pathLst>
                  <a:path w="525" h="525" extrusionOk="0">
                    <a:moveTo>
                      <a:pt x="0" y="1"/>
                    </a:moveTo>
                    <a:lnTo>
                      <a:pt x="0" y="525"/>
                    </a:lnTo>
                    <a:lnTo>
                      <a:pt x="524" y="525"/>
                    </a:lnTo>
                    <a:lnTo>
                      <a:pt x="52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44"/>
              <p:cNvSpPr/>
              <p:nvPr/>
            </p:nvSpPr>
            <p:spPr>
              <a:xfrm>
                <a:off x="4011525" y="2805400"/>
                <a:ext cx="16100" cy="16100"/>
              </a:xfrm>
              <a:custGeom>
                <a:avLst/>
                <a:gdLst/>
                <a:ahLst/>
                <a:cxnLst/>
                <a:rect l="l" t="t" r="r" b="b"/>
                <a:pathLst>
                  <a:path w="644" h="644" extrusionOk="0">
                    <a:moveTo>
                      <a:pt x="500" y="0"/>
                    </a:moveTo>
                    <a:lnTo>
                      <a:pt x="0" y="143"/>
                    </a:lnTo>
                    <a:lnTo>
                      <a:pt x="143" y="643"/>
                    </a:lnTo>
                    <a:lnTo>
                      <a:pt x="643" y="500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44"/>
              <p:cNvSpPr/>
              <p:nvPr/>
            </p:nvSpPr>
            <p:spPr>
              <a:xfrm>
                <a:off x="4032950" y="2795275"/>
                <a:ext cx="17875" cy="17875"/>
              </a:xfrm>
              <a:custGeom>
                <a:avLst/>
                <a:gdLst/>
                <a:ahLst/>
                <a:cxnLst/>
                <a:rect l="l" t="t" r="r" b="b"/>
                <a:pathLst>
                  <a:path w="715" h="715" extrusionOk="0">
                    <a:moveTo>
                      <a:pt x="453" y="0"/>
                    </a:moveTo>
                    <a:lnTo>
                      <a:pt x="1" y="262"/>
                    </a:lnTo>
                    <a:lnTo>
                      <a:pt x="262" y="715"/>
                    </a:lnTo>
                    <a:lnTo>
                      <a:pt x="715" y="453"/>
                    </a:lnTo>
                    <a:lnTo>
                      <a:pt x="453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44"/>
              <p:cNvSpPr/>
              <p:nvPr/>
            </p:nvSpPr>
            <p:spPr>
              <a:xfrm>
                <a:off x="4052000" y="2780400"/>
                <a:ext cx="17900" cy="18475"/>
              </a:xfrm>
              <a:custGeom>
                <a:avLst/>
                <a:gdLst/>
                <a:ahLst/>
                <a:cxnLst/>
                <a:rect l="l" t="t" r="r" b="b"/>
                <a:pathLst>
                  <a:path w="716" h="739" extrusionOk="0">
                    <a:moveTo>
                      <a:pt x="358" y="0"/>
                    </a:moveTo>
                    <a:lnTo>
                      <a:pt x="1" y="357"/>
                    </a:lnTo>
                    <a:lnTo>
                      <a:pt x="358" y="738"/>
                    </a:lnTo>
                    <a:lnTo>
                      <a:pt x="715" y="357"/>
                    </a:lnTo>
                    <a:lnTo>
                      <a:pt x="35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44"/>
              <p:cNvSpPr/>
              <p:nvPr/>
            </p:nvSpPr>
            <p:spPr>
              <a:xfrm>
                <a:off x="4066875" y="2761925"/>
                <a:ext cx="17300" cy="17300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92" extrusionOk="0">
                    <a:moveTo>
                      <a:pt x="263" y="1"/>
                    </a:moveTo>
                    <a:lnTo>
                      <a:pt x="1" y="429"/>
                    </a:lnTo>
                    <a:lnTo>
                      <a:pt x="453" y="691"/>
                    </a:lnTo>
                    <a:lnTo>
                      <a:pt x="692" y="239"/>
                    </a:lnTo>
                    <a:lnTo>
                      <a:pt x="26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44"/>
              <p:cNvSpPr/>
              <p:nvPr/>
            </p:nvSpPr>
            <p:spPr>
              <a:xfrm>
                <a:off x="4077000" y="2740500"/>
                <a:ext cx="15500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620" h="620" extrusionOk="0">
                    <a:moveTo>
                      <a:pt x="144" y="0"/>
                    </a:moveTo>
                    <a:lnTo>
                      <a:pt x="1" y="501"/>
                    </a:lnTo>
                    <a:lnTo>
                      <a:pt x="501" y="620"/>
                    </a:lnTo>
                    <a:lnTo>
                      <a:pt x="620" y="120"/>
                    </a:lnTo>
                    <a:lnTo>
                      <a:pt x="14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44"/>
              <p:cNvSpPr/>
              <p:nvPr/>
            </p:nvSpPr>
            <p:spPr>
              <a:xfrm>
                <a:off x="4081775" y="2717875"/>
                <a:ext cx="12525" cy="13125"/>
              </a:xfrm>
              <a:custGeom>
                <a:avLst/>
                <a:gdLst/>
                <a:ahLst/>
                <a:cxnLst/>
                <a:rect l="l" t="t" r="r" b="b"/>
                <a:pathLst>
                  <a:path w="501" h="525" extrusionOk="0">
                    <a:moveTo>
                      <a:pt x="0" y="1"/>
                    </a:moveTo>
                    <a:lnTo>
                      <a:pt x="0" y="524"/>
                    </a:lnTo>
                    <a:lnTo>
                      <a:pt x="500" y="524"/>
                    </a:lnTo>
                    <a:lnTo>
                      <a:pt x="50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44"/>
              <p:cNvSpPr/>
              <p:nvPr/>
            </p:nvSpPr>
            <p:spPr>
              <a:xfrm>
                <a:off x="4077000" y="2692275"/>
                <a:ext cx="15500" cy="16100"/>
              </a:xfrm>
              <a:custGeom>
                <a:avLst/>
                <a:gdLst/>
                <a:ahLst/>
                <a:cxnLst/>
                <a:rect l="l" t="t" r="r" b="b"/>
                <a:pathLst>
                  <a:path w="620" h="644" extrusionOk="0">
                    <a:moveTo>
                      <a:pt x="501" y="1"/>
                    </a:moveTo>
                    <a:lnTo>
                      <a:pt x="1" y="143"/>
                    </a:lnTo>
                    <a:lnTo>
                      <a:pt x="120" y="644"/>
                    </a:lnTo>
                    <a:lnTo>
                      <a:pt x="620" y="501"/>
                    </a:lnTo>
                    <a:lnTo>
                      <a:pt x="50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44"/>
              <p:cNvSpPr/>
              <p:nvPr/>
            </p:nvSpPr>
            <p:spPr>
              <a:xfrm>
                <a:off x="3898400" y="2740500"/>
                <a:ext cx="16100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644" h="620" extrusionOk="0">
                    <a:moveTo>
                      <a:pt x="501" y="0"/>
                    </a:moveTo>
                    <a:lnTo>
                      <a:pt x="0" y="120"/>
                    </a:lnTo>
                    <a:lnTo>
                      <a:pt x="143" y="620"/>
                    </a:lnTo>
                    <a:lnTo>
                      <a:pt x="643" y="501"/>
                    </a:lnTo>
                    <a:lnTo>
                      <a:pt x="50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44"/>
              <p:cNvSpPr/>
              <p:nvPr/>
            </p:nvSpPr>
            <p:spPr>
              <a:xfrm>
                <a:off x="4066875" y="2669050"/>
                <a:ext cx="17300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692" h="716" extrusionOk="0">
                    <a:moveTo>
                      <a:pt x="453" y="1"/>
                    </a:moveTo>
                    <a:lnTo>
                      <a:pt x="1" y="263"/>
                    </a:lnTo>
                    <a:lnTo>
                      <a:pt x="263" y="715"/>
                    </a:lnTo>
                    <a:lnTo>
                      <a:pt x="692" y="453"/>
                    </a:lnTo>
                    <a:lnTo>
                      <a:pt x="45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44"/>
              <p:cNvSpPr/>
              <p:nvPr/>
            </p:nvSpPr>
            <p:spPr>
              <a:xfrm>
                <a:off x="3906725" y="2761925"/>
                <a:ext cx="17900" cy="17300"/>
              </a:xfrm>
              <a:custGeom>
                <a:avLst/>
                <a:gdLst/>
                <a:ahLst/>
                <a:cxnLst/>
                <a:rect l="l" t="t" r="r" b="b"/>
                <a:pathLst>
                  <a:path w="716" h="692" extrusionOk="0">
                    <a:moveTo>
                      <a:pt x="453" y="1"/>
                    </a:moveTo>
                    <a:lnTo>
                      <a:pt x="1" y="239"/>
                    </a:lnTo>
                    <a:lnTo>
                      <a:pt x="263" y="691"/>
                    </a:lnTo>
                    <a:lnTo>
                      <a:pt x="715" y="429"/>
                    </a:lnTo>
                    <a:lnTo>
                      <a:pt x="45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44"/>
              <p:cNvSpPr/>
              <p:nvPr/>
            </p:nvSpPr>
            <p:spPr>
              <a:xfrm>
                <a:off x="4052000" y="2650000"/>
                <a:ext cx="17900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716" h="716" extrusionOk="0">
                    <a:moveTo>
                      <a:pt x="358" y="1"/>
                    </a:moveTo>
                    <a:lnTo>
                      <a:pt x="1" y="358"/>
                    </a:lnTo>
                    <a:lnTo>
                      <a:pt x="358" y="715"/>
                    </a:lnTo>
                    <a:lnTo>
                      <a:pt x="715" y="358"/>
                    </a:lnTo>
                    <a:lnTo>
                      <a:pt x="35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44"/>
              <p:cNvSpPr/>
              <p:nvPr/>
            </p:nvSpPr>
            <p:spPr>
              <a:xfrm>
                <a:off x="3921025" y="2780400"/>
                <a:ext cx="18475" cy="1847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739" extrusionOk="0">
                    <a:moveTo>
                      <a:pt x="381" y="0"/>
                    </a:moveTo>
                    <a:lnTo>
                      <a:pt x="0" y="357"/>
                    </a:lnTo>
                    <a:lnTo>
                      <a:pt x="381" y="738"/>
                    </a:lnTo>
                    <a:lnTo>
                      <a:pt x="739" y="357"/>
                    </a:lnTo>
                    <a:lnTo>
                      <a:pt x="38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44"/>
              <p:cNvSpPr/>
              <p:nvPr/>
            </p:nvSpPr>
            <p:spPr>
              <a:xfrm>
                <a:off x="4032950" y="2635725"/>
                <a:ext cx="17875" cy="17275"/>
              </a:xfrm>
              <a:custGeom>
                <a:avLst/>
                <a:gdLst/>
                <a:ahLst/>
                <a:cxnLst/>
                <a:rect l="l" t="t" r="r" b="b"/>
                <a:pathLst>
                  <a:path w="715" h="691" extrusionOk="0">
                    <a:moveTo>
                      <a:pt x="262" y="0"/>
                    </a:moveTo>
                    <a:lnTo>
                      <a:pt x="1" y="429"/>
                    </a:lnTo>
                    <a:lnTo>
                      <a:pt x="453" y="691"/>
                    </a:lnTo>
                    <a:lnTo>
                      <a:pt x="715" y="262"/>
                    </a:lnTo>
                    <a:lnTo>
                      <a:pt x="26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44"/>
              <p:cNvSpPr/>
              <p:nvPr/>
            </p:nvSpPr>
            <p:spPr>
              <a:xfrm>
                <a:off x="3940675" y="2795275"/>
                <a:ext cx="17875" cy="17875"/>
              </a:xfrm>
              <a:custGeom>
                <a:avLst/>
                <a:gdLst/>
                <a:ahLst/>
                <a:cxnLst/>
                <a:rect l="l" t="t" r="r" b="b"/>
                <a:pathLst>
                  <a:path w="715" h="715" extrusionOk="0">
                    <a:moveTo>
                      <a:pt x="262" y="0"/>
                    </a:moveTo>
                    <a:lnTo>
                      <a:pt x="0" y="453"/>
                    </a:lnTo>
                    <a:lnTo>
                      <a:pt x="453" y="715"/>
                    </a:lnTo>
                    <a:lnTo>
                      <a:pt x="715" y="262"/>
                    </a:lnTo>
                    <a:lnTo>
                      <a:pt x="26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44"/>
              <p:cNvSpPr/>
              <p:nvPr/>
            </p:nvSpPr>
            <p:spPr>
              <a:xfrm>
                <a:off x="4011525" y="2627375"/>
                <a:ext cx="16100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644" h="620" extrusionOk="0">
                    <a:moveTo>
                      <a:pt x="143" y="1"/>
                    </a:moveTo>
                    <a:lnTo>
                      <a:pt x="0" y="501"/>
                    </a:lnTo>
                    <a:lnTo>
                      <a:pt x="500" y="620"/>
                    </a:lnTo>
                    <a:lnTo>
                      <a:pt x="643" y="120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44"/>
              <p:cNvSpPr/>
              <p:nvPr/>
            </p:nvSpPr>
            <p:spPr>
              <a:xfrm>
                <a:off x="3963900" y="2805400"/>
                <a:ext cx="15500" cy="16100"/>
              </a:xfrm>
              <a:custGeom>
                <a:avLst/>
                <a:gdLst/>
                <a:ahLst/>
                <a:cxnLst/>
                <a:rect l="l" t="t" r="r" b="b"/>
                <a:pathLst>
                  <a:path w="620" h="644" extrusionOk="0">
                    <a:moveTo>
                      <a:pt x="143" y="0"/>
                    </a:moveTo>
                    <a:lnTo>
                      <a:pt x="0" y="500"/>
                    </a:lnTo>
                    <a:lnTo>
                      <a:pt x="500" y="643"/>
                    </a:lnTo>
                    <a:lnTo>
                      <a:pt x="619" y="143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p71"/>
          <p:cNvSpPr txBox="1">
            <a:spLocks noGrp="1"/>
          </p:cNvSpPr>
          <p:nvPr>
            <p:ph type="title"/>
          </p:nvPr>
        </p:nvSpPr>
        <p:spPr>
          <a:xfrm>
            <a:off x="2084736" y="349262"/>
            <a:ext cx="5518464" cy="5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Challenges and Solutions</a:t>
            </a:r>
            <a:r>
              <a:rPr lang="en-IN" b="0" dirty="0"/>
              <a:t/>
            </a:r>
            <a:br>
              <a:rPr lang="en-IN" b="0" dirty="0"/>
            </a:br>
            <a:r>
              <a:rPr lang="en-IN" dirty="0"/>
              <a:t/>
            </a:r>
            <a:br>
              <a:rPr lang="en-IN" dirty="0"/>
            </a:br>
            <a:endParaRPr dirty="0"/>
          </a:p>
        </p:txBody>
      </p:sp>
      <p:sp>
        <p:nvSpPr>
          <p:cNvPr id="1560" name="Google Shape;1560;p71"/>
          <p:cNvSpPr txBox="1">
            <a:spLocks noGrp="1"/>
          </p:cNvSpPr>
          <p:nvPr>
            <p:ph type="title" idx="4294967295"/>
          </p:nvPr>
        </p:nvSpPr>
        <p:spPr>
          <a:xfrm>
            <a:off x="6074544" y="3102200"/>
            <a:ext cx="2185131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IN" sz="1800" dirty="0"/>
              <a:t>User Notifications</a:t>
            </a:r>
            <a:endParaRPr sz="1800" dirty="0"/>
          </a:p>
        </p:txBody>
      </p:sp>
      <p:sp>
        <p:nvSpPr>
          <p:cNvPr id="1561" name="Google Shape;1561;p71"/>
          <p:cNvSpPr txBox="1">
            <a:spLocks noGrp="1"/>
          </p:cNvSpPr>
          <p:nvPr>
            <p:ph type="subTitle" idx="4294967295"/>
          </p:nvPr>
        </p:nvSpPr>
        <p:spPr>
          <a:xfrm>
            <a:off x="6074544" y="3455551"/>
            <a:ext cx="2748931" cy="62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b="1" dirty="0"/>
              <a:t>Solution:</a:t>
            </a:r>
            <a:r>
              <a:rPr lang="en-US" dirty="0"/>
              <a:t> Email updates for status tracking</a:t>
            </a:r>
          </a:p>
          <a:p>
            <a:endParaRPr sz="1400" dirty="0"/>
          </a:p>
        </p:txBody>
      </p:sp>
      <p:sp>
        <p:nvSpPr>
          <p:cNvPr id="1562" name="Google Shape;1562;p71"/>
          <p:cNvSpPr txBox="1">
            <a:spLocks noGrp="1"/>
          </p:cNvSpPr>
          <p:nvPr>
            <p:ph type="title" idx="4294967295"/>
          </p:nvPr>
        </p:nvSpPr>
        <p:spPr>
          <a:xfrm>
            <a:off x="6074538" y="1648800"/>
            <a:ext cx="2214338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IN" sz="1800" dirty="0"/>
              <a:t>Request Handling</a:t>
            </a:r>
            <a:endParaRPr sz="1800" dirty="0"/>
          </a:p>
        </p:txBody>
      </p:sp>
      <p:sp>
        <p:nvSpPr>
          <p:cNvPr id="1563" name="Google Shape;1563;p71"/>
          <p:cNvSpPr txBox="1">
            <a:spLocks noGrp="1"/>
          </p:cNvSpPr>
          <p:nvPr>
            <p:ph type="subTitle" idx="4294967295"/>
          </p:nvPr>
        </p:nvSpPr>
        <p:spPr>
          <a:xfrm>
            <a:off x="6074537" y="2002151"/>
            <a:ext cx="2860405" cy="62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b="1" dirty="0"/>
              <a:t>Solution:</a:t>
            </a:r>
            <a:r>
              <a:rPr lang="en-US" dirty="0"/>
              <a:t> Simple submission and tracking process</a:t>
            </a:r>
          </a:p>
          <a:p>
            <a:endParaRPr sz="1400" dirty="0"/>
          </a:p>
        </p:txBody>
      </p:sp>
      <p:sp>
        <p:nvSpPr>
          <p:cNvPr id="1564" name="Google Shape;1564;p71"/>
          <p:cNvSpPr txBox="1">
            <a:spLocks noGrp="1"/>
          </p:cNvSpPr>
          <p:nvPr>
            <p:ph type="title" idx="4294967295"/>
          </p:nvPr>
        </p:nvSpPr>
        <p:spPr>
          <a:xfrm>
            <a:off x="1051099" y="3290438"/>
            <a:ext cx="2419785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IN" sz="1800" dirty="0"/>
              <a:t>Pickup Scheduling</a:t>
            </a:r>
            <a:endParaRPr sz="1800" dirty="0"/>
          </a:p>
        </p:txBody>
      </p:sp>
      <p:sp>
        <p:nvSpPr>
          <p:cNvPr id="1565" name="Google Shape;1565;p71"/>
          <p:cNvSpPr txBox="1">
            <a:spLocks noGrp="1"/>
          </p:cNvSpPr>
          <p:nvPr>
            <p:ph type="subTitle" idx="4294967295"/>
          </p:nvPr>
        </p:nvSpPr>
        <p:spPr>
          <a:xfrm>
            <a:off x="909715" y="3595425"/>
            <a:ext cx="2477379" cy="62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b="1" dirty="0"/>
              <a:t>Solution</a:t>
            </a:r>
            <a:r>
              <a:rPr lang="en-US" dirty="0"/>
              <a:t>: Efficient scheduling based on requests</a:t>
            </a:r>
          </a:p>
          <a:p>
            <a:pPr marL="139700" indent="0">
              <a:buNone/>
            </a:pPr>
            <a:endParaRPr sz="1400" dirty="0"/>
          </a:p>
        </p:txBody>
      </p:sp>
      <p:sp>
        <p:nvSpPr>
          <p:cNvPr id="1566" name="Google Shape;1566;p71"/>
          <p:cNvSpPr txBox="1">
            <a:spLocks noGrp="1"/>
          </p:cNvSpPr>
          <p:nvPr>
            <p:ph type="title" idx="4294967295"/>
          </p:nvPr>
        </p:nvSpPr>
        <p:spPr>
          <a:xfrm>
            <a:off x="1179036" y="1684650"/>
            <a:ext cx="18114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IN" sz="1800" dirty="0"/>
              <a:t>Data Security</a:t>
            </a:r>
            <a:endParaRPr sz="1200" dirty="0"/>
          </a:p>
        </p:txBody>
      </p:sp>
      <p:sp>
        <p:nvSpPr>
          <p:cNvPr id="1567" name="Google Shape;1567;p71"/>
          <p:cNvSpPr txBox="1">
            <a:spLocks noGrp="1"/>
          </p:cNvSpPr>
          <p:nvPr>
            <p:ph type="subTitle" idx="4294967295"/>
          </p:nvPr>
        </p:nvSpPr>
        <p:spPr>
          <a:xfrm>
            <a:off x="1029011" y="2026375"/>
            <a:ext cx="2544785" cy="62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b="1" dirty="0"/>
              <a:t>Solution:</a:t>
            </a:r>
            <a:r>
              <a:rPr lang="en-US" dirty="0"/>
              <a:t> Secure login and protected data storage</a:t>
            </a:r>
          </a:p>
          <a:p>
            <a:pPr marL="139700" indent="0">
              <a:buNone/>
            </a:pPr>
            <a:endParaRPr sz="1400" dirty="0"/>
          </a:p>
        </p:txBody>
      </p:sp>
      <p:grpSp>
        <p:nvGrpSpPr>
          <p:cNvPr id="1582" name="Google Shape;1582;p71"/>
          <p:cNvGrpSpPr/>
          <p:nvPr/>
        </p:nvGrpSpPr>
        <p:grpSpPr>
          <a:xfrm flipH="1">
            <a:off x="8424001" y="4365500"/>
            <a:ext cx="467875" cy="467850"/>
            <a:chOff x="5425700" y="2807450"/>
            <a:chExt cx="467875" cy="467850"/>
          </a:xfrm>
        </p:grpSpPr>
        <p:sp>
          <p:nvSpPr>
            <p:cNvPr id="1583" name="Google Shape;1583;p71"/>
            <p:cNvSpPr/>
            <p:nvPr/>
          </p:nvSpPr>
          <p:spPr>
            <a:xfrm>
              <a:off x="5660050" y="2807450"/>
              <a:ext cx="25" cy="134300"/>
            </a:xfrm>
            <a:custGeom>
              <a:avLst/>
              <a:gdLst/>
              <a:ahLst/>
              <a:cxnLst/>
              <a:rect l="l" t="t" r="r" b="b"/>
              <a:pathLst>
                <a:path w="1" h="5372" fill="none" extrusionOk="0">
                  <a:moveTo>
                    <a:pt x="0" y="1"/>
                  </a:moveTo>
                  <a:lnTo>
                    <a:pt x="0" y="537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71"/>
            <p:cNvSpPr/>
            <p:nvPr/>
          </p:nvSpPr>
          <p:spPr>
            <a:xfrm>
              <a:off x="5730100" y="2875825"/>
              <a:ext cx="95100" cy="95100"/>
            </a:xfrm>
            <a:custGeom>
              <a:avLst/>
              <a:gdLst/>
              <a:ahLst/>
              <a:cxnLst/>
              <a:rect l="l" t="t" r="r" b="b"/>
              <a:pathLst>
                <a:path w="3804" h="3804" fill="none" extrusionOk="0">
                  <a:moveTo>
                    <a:pt x="3803" y="1"/>
                  </a:moveTo>
                  <a:lnTo>
                    <a:pt x="0" y="3804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71"/>
            <p:cNvSpPr/>
            <p:nvPr/>
          </p:nvSpPr>
          <p:spPr>
            <a:xfrm>
              <a:off x="5759275" y="3040950"/>
              <a:ext cx="134300" cy="25"/>
            </a:xfrm>
            <a:custGeom>
              <a:avLst/>
              <a:gdLst/>
              <a:ahLst/>
              <a:cxnLst/>
              <a:rect l="l" t="t" r="r" b="b"/>
              <a:pathLst>
                <a:path w="5372" h="1" fill="none" extrusionOk="0">
                  <a:moveTo>
                    <a:pt x="5371" y="1"/>
                  </a:moveTo>
                  <a:lnTo>
                    <a:pt x="1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71"/>
            <p:cNvSpPr/>
            <p:nvPr/>
          </p:nvSpPr>
          <p:spPr>
            <a:xfrm>
              <a:off x="5730100" y="3111000"/>
              <a:ext cx="95100" cy="95925"/>
            </a:xfrm>
            <a:custGeom>
              <a:avLst/>
              <a:gdLst/>
              <a:ahLst/>
              <a:cxnLst/>
              <a:rect l="l" t="t" r="r" b="b"/>
              <a:pathLst>
                <a:path w="3804" h="3837" fill="none" extrusionOk="0">
                  <a:moveTo>
                    <a:pt x="3803" y="3837"/>
                  </a:moveTo>
                  <a:lnTo>
                    <a:pt x="0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71"/>
            <p:cNvSpPr/>
            <p:nvPr/>
          </p:nvSpPr>
          <p:spPr>
            <a:xfrm>
              <a:off x="5660050" y="3140200"/>
              <a:ext cx="25" cy="135100"/>
            </a:xfrm>
            <a:custGeom>
              <a:avLst/>
              <a:gdLst/>
              <a:ahLst/>
              <a:cxnLst/>
              <a:rect l="l" t="t" r="r" b="b"/>
              <a:pathLst>
                <a:path w="1" h="5404" fill="none" extrusionOk="0">
                  <a:moveTo>
                    <a:pt x="0" y="5404"/>
                  </a:moveTo>
                  <a:lnTo>
                    <a:pt x="0" y="0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71"/>
            <p:cNvSpPr/>
            <p:nvPr/>
          </p:nvSpPr>
          <p:spPr>
            <a:xfrm>
              <a:off x="5494100" y="3111000"/>
              <a:ext cx="95925" cy="95925"/>
            </a:xfrm>
            <a:custGeom>
              <a:avLst/>
              <a:gdLst/>
              <a:ahLst/>
              <a:cxnLst/>
              <a:rect l="l" t="t" r="r" b="b"/>
              <a:pathLst>
                <a:path w="3837" h="3837" fill="none" extrusionOk="0">
                  <a:moveTo>
                    <a:pt x="0" y="3837"/>
                  </a:moveTo>
                  <a:lnTo>
                    <a:pt x="3836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71"/>
            <p:cNvSpPr/>
            <p:nvPr/>
          </p:nvSpPr>
          <p:spPr>
            <a:xfrm>
              <a:off x="5425700" y="3040950"/>
              <a:ext cx="135125" cy="25"/>
            </a:xfrm>
            <a:custGeom>
              <a:avLst/>
              <a:gdLst/>
              <a:ahLst/>
              <a:cxnLst/>
              <a:rect l="l" t="t" r="r" b="b"/>
              <a:pathLst>
                <a:path w="5405" h="1" fill="none" extrusionOk="0">
                  <a:moveTo>
                    <a:pt x="1" y="1"/>
                  </a:moveTo>
                  <a:lnTo>
                    <a:pt x="5405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71"/>
            <p:cNvSpPr/>
            <p:nvPr/>
          </p:nvSpPr>
          <p:spPr>
            <a:xfrm>
              <a:off x="5494100" y="2875825"/>
              <a:ext cx="95925" cy="95100"/>
            </a:xfrm>
            <a:custGeom>
              <a:avLst/>
              <a:gdLst/>
              <a:ahLst/>
              <a:cxnLst/>
              <a:rect l="l" t="t" r="r" b="b"/>
              <a:pathLst>
                <a:path w="3837" h="3804" fill="none" extrusionOk="0">
                  <a:moveTo>
                    <a:pt x="0" y="1"/>
                  </a:moveTo>
                  <a:lnTo>
                    <a:pt x="3836" y="3804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91" name="Google Shape;1591;p71"/>
          <p:cNvGrpSpPr/>
          <p:nvPr/>
        </p:nvGrpSpPr>
        <p:grpSpPr>
          <a:xfrm>
            <a:off x="3662442" y="1327999"/>
            <a:ext cx="1779625" cy="3406625"/>
            <a:chOff x="2906425" y="1369750"/>
            <a:chExt cx="1779625" cy="3406625"/>
          </a:xfrm>
        </p:grpSpPr>
        <p:sp>
          <p:nvSpPr>
            <p:cNvPr id="1592" name="Google Shape;1592;p71"/>
            <p:cNvSpPr/>
            <p:nvPr/>
          </p:nvSpPr>
          <p:spPr>
            <a:xfrm>
              <a:off x="2906425" y="1369750"/>
              <a:ext cx="1779625" cy="3406625"/>
            </a:xfrm>
            <a:custGeom>
              <a:avLst/>
              <a:gdLst/>
              <a:ahLst/>
              <a:cxnLst/>
              <a:rect l="l" t="t" r="r" b="b"/>
              <a:pathLst>
                <a:path w="71185" h="136265" extrusionOk="0">
                  <a:moveTo>
                    <a:pt x="6471" y="1"/>
                  </a:moveTo>
                  <a:cubicBezTo>
                    <a:pt x="2902" y="1"/>
                    <a:pt x="0" y="2903"/>
                    <a:pt x="0" y="6472"/>
                  </a:cubicBezTo>
                  <a:lnTo>
                    <a:pt x="0" y="129760"/>
                  </a:lnTo>
                  <a:cubicBezTo>
                    <a:pt x="0" y="133330"/>
                    <a:pt x="2902" y="136265"/>
                    <a:pt x="6471" y="136265"/>
                  </a:cubicBezTo>
                  <a:lnTo>
                    <a:pt x="64713" y="136265"/>
                  </a:lnTo>
                  <a:cubicBezTo>
                    <a:pt x="68282" y="136265"/>
                    <a:pt x="71184" y="133330"/>
                    <a:pt x="71184" y="129760"/>
                  </a:cubicBezTo>
                  <a:lnTo>
                    <a:pt x="71184" y="6472"/>
                  </a:lnTo>
                  <a:cubicBezTo>
                    <a:pt x="71184" y="2903"/>
                    <a:pt x="68282" y="1"/>
                    <a:pt x="64713" y="1"/>
                  </a:cubicBezTo>
                  <a:close/>
                </a:path>
              </a:pathLst>
            </a:custGeom>
            <a:solidFill>
              <a:srgbClr val="0234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71"/>
            <p:cNvSpPr/>
            <p:nvPr/>
          </p:nvSpPr>
          <p:spPr>
            <a:xfrm>
              <a:off x="3022325" y="1559900"/>
              <a:ext cx="1547800" cy="2984650"/>
            </a:xfrm>
            <a:custGeom>
              <a:avLst/>
              <a:gdLst/>
              <a:ahLst/>
              <a:cxnLst/>
              <a:rect l="l" t="t" r="r" b="b"/>
              <a:pathLst>
                <a:path w="61912" h="119386" extrusionOk="0">
                  <a:moveTo>
                    <a:pt x="1" y="0"/>
                  </a:moveTo>
                  <a:lnTo>
                    <a:pt x="1" y="13510"/>
                  </a:lnTo>
                  <a:lnTo>
                    <a:pt x="1" y="119386"/>
                  </a:lnTo>
                  <a:lnTo>
                    <a:pt x="61912" y="119386"/>
                  </a:lnTo>
                  <a:lnTo>
                    <a:pt x="61912" y="0"/>
                  </a:lnTo>
                  <a:close/>
                </a:path>
              </a:pathLst>
            </a:custGeom>
            <a:solidFill>
              <a:srgbClr val="759B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71"/>
            <p:cNvSpPr/>
            <p:nvPr/>
          </p:nvSpPr>
          <p:spPr>
            <a:xfrm>
              <a:off x="3105725" y="2130300"/>
              <a:ext cx="1381000" cy="1381025"/>
            </a:xfrm>
            <a:custGeom>
              <a:avLst/>
              <a:gdLst/>
              <a:ahLst/>
              <a:cxnLst/>
              <a:rect l="l" t="t" r="r" b="b"/>
              <a:pathLst>
                <a:path w="55240" h="55241" extrusionOk="0">
                  <a:moveTo>
                    <a:pt x="0" y="1"/>
                  </a:moveTo>
                  <a:lnTo>
                    <a:pt x="0" y="55240"/>
                  </a:lnTo>
                  <a:lnTo>
                    <a:pt x="55240" y="55240"/>
                  </a:lnTo>
                  <a:lnTo>
                    <a:pt x="55240" y="1"/>
                  </a:lnTo>
                  <a:close/>
                </a:path>
              </a:pathLst>
            </a:custGeom>
            <a:solidFill>
              <a:srgbClr val="FFFC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 sz="1600" b="1" dirty="0">
                <a:solidFill>
                  <a:schemeClr val="lt1"/>
                </a:solidFill>
                <a:latin typeface="Space Grotesk"/>
                <a:cs typeface="Space Grotesk"/>
                <a:sym typeface="Space Grotesk"/>
              </a:endParaRPr>
            </a:p>
            <a:p>
              <a:endParaRPr lang="en-IN" sz="1600" b="1" dirty="0">
                <a:solidFill>
                  <a:schemeClr val="lt1"/>
                </a:solidFill>
                <a:latin typeface="Space Grotesk"/>
                <a:cs typeface="Space Grotesk"/>
                <a:sym typeface="Space Grotesk"/>
              </a:endParaRPr>
            </a:p>
            <a:p>
              <a:r>
                <a:rPr lang="en-IN" dirty="0"/>
                <a:t/>
              </a:r>
              <a:br>
                <a:rPr lang="en-IN" dirty="0"/>
              </a:br>
              <a:endParaRPr dirty="0"/>
            </a:p>
          </p:txBody>
        </p:sp>
        <p:sp>
          <p:nvSpPr>
            <p:cNvPr id="1595" name="Google Shape;1595;p71"/>
            <p:cNvSpPr/>
            <p:nvPr/>
          </p:nvSpPr>
          <p:spPr>
            <a:xfrm>
              <a:off x="3084050" y="1690775"/>
              <a:ext cx="381125" cy="337900"/>
            </a:xfrm>
            <a:custGeom>
              <a:avLst/>
              <a:gdLst/>
              <a:ahLst/>
              <a:cxnLst/>
              <a:rect l="l" t="t" r="r" b="b"/>
              <a:pathLst>
                <a:path w="15245" h="13516" extrusionOk="0">
                  <a:moveTo>
                    <a:pt x="7642" y="1"/>
                  </a:moveTo>
                  <a:cubicBezTo>
                    <a:pt x="5616" y="1"/>
                    <a:pt x="3612" y="904"/>
                    <a:pt x="2268" y="2637"/>
                  </a:cubicBezTo>
                  <a:cubicBezTo>
                    <a:pt x="0" y="5573"/>
                    <a:pt x="534" y="9809"/>
                    <a:pt x="3503" y="12111"/>
                  </a:cubicBezTo>
                  <a:cubicBezTo>
                    <a:pt x="4727" y="13057"/>
                    <a:pt x="6184" y="13516"/>
                    <a:pt x="7631" y="13516"/>
                  </a:cubicBezTo>
                  <a:cubicBezTo>
                    <a:pt x="9652" y="13516"/>
                    <a:pt x="11654" y="12621"/>
                    <a:pt x="12976" y="10910"/>
                  </a:cubicBezTo>
                  <a:cubicBezTo>
                    <a:pt x="15244" y="7941"/>
                    <a:pt x="14711" y="3705"/>
                    <a:pt x="11775" y="1403"/>
                  </a:cubicBezTo>
                  <a:cubicBezTo>
                    <a:pt x="10540" y="459"/>
                    <a:pt x="9085" y="1"/>
                    <a:pt x="7642" y="1"/>
                  </a:cubicBezTo>
                  <a:close/>
                </a:path>
              </a:pathLst>
            </a:custGeom>
            <a:solidFill>
              <a:srgbClr val="FFFC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71"/>
            <p:cNvSpPr/>
            <p:nvPr/>
          </p:nvSpPr>
          <p:spPr>
            <a:xfrm>
              <a:off x="3540200" y="1875950"/>
              <a:ext cx="472850" cy="25875"/>
            </a:xfrm>
            <a:custGeom>
              <a:avLst/>
              <a:gdLst/>
              <a:ahLst/>
              <a:cxnLst/>
              <a:rect l="l" t="t" r="r" b="b"/>
              <a:pathLst>
                <a:path w="18914" h="1035" extrusionOk="0">
                  <a:moveTo>
                    <a:pt x="0" y="1"/>
                  </a:moveTo>
                  <a:lnTo>
                    <a:pt x="0" y="1035"/>
                  </a:lnTo>
                  <a:lnTo>
                    <a:pt x="18914" y="1035"/>
                  </a:lnTo>
                  <a:lnTo>
                    <a:pt x="18914" y="1"/>
                  </a:lnTo>
                  <a:close/>
                </a:path>
              </a:pathLst>
            </a:custGeom>
            <a:solidFill>
              <a:srgbClr val="FFFC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71"/>
            <p:cNvSpPr/>
            <p:nvPr/>
          </p:nvSpPr>
          <p:spPr>
            <a:xfrm>
              <a:off x="3540200" y="1781725"/>
              <a:ext cx="605450" cy="51725"/>
            </a:xfrm>
            <a:custGeom>
              <a:avLst/>
              <a:gdLst/>
              <a:ahLst/>
              <a:cxnLst/>
              <a:rect l="l" t="t" r="r" b="b"/>
              <a:pathLst>
                <a:path w="24218" h="2069" extrusionOk="0">
                  <a:moveTo>
                    <a:pt x="0" y="0"/>
                  </a:moveTo>
                  <a:lnTo>
                    <a:pt x="0" y="2068"/>
                  </a:lnTo>
                  <a:lnTo>
                    <a:pt x="24218" y="2068"/>
                  </a:lnTo>
                  <a:lnTo>
                    <a:pt x="24218" y="0"/>
                  </a:lnTo>
                  <a:close/>
                </a:path>
              </a:pathLst>
            </a:custGeom>
            <a:solidFill>
              <a:srgbClr val="FFFC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71"/>
            <p:cNvSpPr/>
            <p:nvPr/>
          </p:nvSpPr>
          <p:spPr>
            <a:xfrm>
              <a:off x="3540200" y="1943500"/>
              <a:ext cx="472850" cy="25875"/>
            </a:xfrm>
            <a:custGeom>
              <a:avLst/>
              <a:gdLst/>
              <a:ahLst/>
              <a:cxnLst/>
              <a:rect l="l" t="t" r="r" b="b"/>
              <a:pathLst>
                <a:path w="18914" h="1035" extrusionOk="0">
                  <a:moveTo>
                    <a:pt x="0" y="1"/>
                  </a:moveTo>
                  <a:lnTo>
                    <a:pt x="0" y="1035"/>
                  </a:lnTo>
                  <a:lnTo>
                    <a:pt x="18914" y="1035"/>
                  </a:lnTo>
                  <a:lnTo>
                    <a:pt x="18914" y="1"/>
                  </a:lnTo>
                  <a:close/>
                </a:path>
              </a:pathLst>
            </a:custGeom>
            <a:solidFill>
              <a:srgbClr val="FFFC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71"/>
            <p:cNvSpPr/>
            <p:nvPr/>
          </p:nvSpPr>
          <p:spPr>
            <a:xfrm>
              <a:off x="3119075" y="3587175"/>
              <a:ext cx="142625" cy="115100"/>
            </a:xfrm>
            <a:custGeom>
              <a:avLst/>
              <a:gdLst/>
              <a:ahLst/>
              <a:cxnLst/>
              <a:rect l="l" t="t" r="r" b="b"/>
              <a:pathLst>
                <a:path w="5705" h="4604" extrusionOk="0">
                  <a:moveTo>
                    <a:pt x="1535" y="1"/>
                  </a:moveTo>
                  <a:cubicBezTo>
                    <a:pt x="701" y="1"/>
                    <a:pt x="0" y="701"/>
                    <a:pt x="0" y="1535"/>
                  </a:cubicBezTo>
                  <a:cubicBezTo>
                    <a:pt x="0" y="2002"/>
                    <a:pt x="200" y="2402"/>
                    <a:pt x="500" y="2669"/>
                  </a:cubicBezTo>
                  <a:lnTo>
                    <a:pt x="2835" y="4604"/>
                  </a:lnTo>
                  <a:lnTo>
                    <a:pt x="5204" y="2669"/>
                  </a:lnTo>
                  <a:cubicBezTo>
                    <a:pt x="5504" y="2402"/>
                    <a:pt x="5704" y="2002"/>
                    <a:pt x="5704" y="1535"/>
                  </a:cubicBezTo>
                  <a:cubicBezTo>
                    <a:pt x="5704" y="701"/>
                    <a:pt x="5004" y="1"/>
                    <a:pt x="4136" y="1"/>
                  </a:cubicBezTo>
                  <a:cubicBezTo>
                    <a:pt x="3603" y="1"/>
                    <a:pt x="3136" y="267"/>
                    <a:pt x="2835" y="701"/>
                  </a:cubicBezTo>
                  <a:cubicBezTo>
                    <a:pt x="2569" y="267"/>
                    <a:pt x="2102" y="1"/>
                    <a:pt x="1535" y="1"/>
                  </a:cubicBezTo>
                  <a:close/>
                </a:path>
              </a:pathLst>
            </a:custGeom>
            <a:solidFill>
              <a:srgbClr val="FFFC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71"/>
            <p:cNvSpPr/>
            <p:nvPr/>
          </p:nvSpPr>
          <p:spPr>
            <a:xfrm>
              <a:off x="3315050" y="3590500"/>
              <a:ext cx="125925" cy="118450"/>
            </a:xfrm>
            <a:custGeom>
              <a:avLst/>
              <a:gdLst/>
              <a:ahLst/>
              <a:cxnLst/>
              <a:rect l="l" t="t" r="r" b="b"/>
              <a:pathLst>
                <a:path w="5037" h="4738" extrusionOk="0">
                  <a:moveTo>
                    <a:pt x="2368" y="1"/>
                  </a:moveTo>
                  <a:cubicBezTo>
                    <a:pt x="500" y="1"/>
                    <a:pt x="0" y="768"/>
                    <a:pt x="0" y="2103"/>
                  </a:cubicBezTo>
                  <a:cubicBezTo>
                    <a:pt x="0" y="3470"/>
                    <a:pt x="500" y="4237"/>
                    <a:pt x="2368" y="4237"/>
                  </a:cubicBezTo>
                  <a:cubicBezTo>
                    <a:pt x="2769" y="4237"/>
                    <a:pt x="3136" y="4204"/>
                    <a:pt x="3436" y="4137"/>
                  </a:cubicBezTo>
                  <a:lnTo>
                    <a:pt x="5037" y="4738"/>
                  </a:lnTo>
                  <a:lnTo>
                    <a:pt x="4503" y="3337"/>
                  </a:lnTo>
                  <a:cubicBezTo>
                    <a:pt x="4670" y="3003"/>
                    <a:pt x="4737" y="2603"/>
                    <a:pt x="4737" y="2103"/>
                  </a:cubicBezTo>
                  <a:cubicBezTo>
                    <a:pt x="4737" y="768"/>
                    <a:pt x="4236" y="1"/>
                    <a:pt x="2368" y="1"/>
                  </a:cubicBezTo>
                  <a:close/>
                </a:path>
              </a:pathLst>
            </a:custGeom>
            <a:solidFill>
              <a:srgbClr val="FFFC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71"/>
            <p:cNvSpPr/>
            <p:nvPr/>
          </p:nvSpPr>
          <p:spPr>
            <a:xfrm>
              <a:off x="3087375" y="3842425"/>
              <a:ext cx="374450" cy="338525"/>
            </a:xfrm>
            <a:custGeom>
              <a:avLst/>
              <a:gdLst/>
              <a:ahLst/>
              <a:cxnLst/>
              <a:rect l="l" t="t" r="r" b="b"/>
              <a:pathLst>
                <a:path w="14978" h="13541" extrusionOk="0">
                  <a:moveTo>
                    <a:pt x="7501" y="1"/>
                  </a:moveTo>
                  <a:cubicBezTo>
                    <a:pt x="4514" y="1"/>
                    <a:pt x="1779" y="2013"/>
                    <a:pt x="968" y="5035"/>
                  </a:cubicBezTo>
                  <a:cubicBezTo>
                    <a:pt x="1" y="8637"/>
                    <a:pt x="2135" y="12340"/>
                    <a:pt x="5738" y="13307"/>
                  </a:cubicBezTo>
                  <a:cubicBezTo>
                    <a:pt x="6330" y="13465"/>
                    <a:pt x="6924" y="13540"/>
                    <a:pt x="7508" y="13540"/>
                  </a:cubicBezTo>
                  <a:cubicBezTo>
                    <a:pt x="10508" y="13540"/>
                    <a:pt x="13234" y="11553"/>
                    <a:pt x="14044" y="8537"/>
                  </a:cubicBezTo>
                  <a:cubicBezTo>
                    <a:pt x="14978" y="4901"/>
                    <a:pt x="12843" y="1199"/>
                    <a:pt x="9240" y="231"/>
                  </a:cubicBezTo>
                  <a:cubicBezTo>
                    <a:pt x="8659" y="75"/>
                    <a:pt x="8076" y="1"/>
                    <a:pt x="7501" y="1"/>
                  </a:cubicBezTo>
                  <a:close/>
                </a:path>
              </a:pathLst>
            </a:custGeom>
            <a:solidFill>
              <a:srgbClr val="FFFC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71"/>
            <p:cNvSpPr/>
            <p:nvPr/>
          </p:nvSpPr>
          <p:spPr>
            <a:xfrm>
              <a:off x="3540200" y="4028325"/>
              <a:ext cx="472850" cy="25875"/>
            </a:xfrm>
            <a:custGeom>
              <a:avLst/>
              <a:gdLst/>
              <a:ahLst/>
              <a:cxnLst/>
              <a:rect l="l" t="t" r="r" b="b"/>
              <a:pathLst>
                <a:path w="18914" h="1035" extrusionOk="0">
                  <a:moveTo>
                    <a:pt x="0" y="1"/>
                  </a:moveTo>
                  <a:lnTo>
                    <a:pt x="0" y="1035"/>
                  </a:lnTo>
                  <a:lnTo>
                    <a:pt x="18914" y="1035"/>
                  </a:lnTo>
                  <a:lnTo>
                    <a:pt x="18914" y="1"/>
                  </a:lnTo>
                  <a:close/>
                </a:path>
              </a:pathLst>
            </a:custGeom>
            <a:solidFill>
              <a:srgbClr val="FFFC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71"/>
            <p:cNvSpPr/>
            <p:nvPr/>
          </p:nvSpPr>
          <p:spPr>
            <a:xfrm>
              <a:off x="3540200" y="3934100"/>
              <a:ext cx="605450" cy="50875"/>
            </a:xfrm>
            <a:custGeom>
              <a:avLst/>
              <a:gdLst/>
              <a:ahLst/>
              <a:cxnLst/>
              <a:rect l="l" t="t" r="r" b="b"/>
              <a:pathLst>
                <a:path w="24218" h="2035" extrusionOk="0">
                  <a:moveTo>
                    <a:pt x="0" y="0"/>
                  </a:moveTo>
                  <a:lnTo>
                    <a:pt x="0" y="2035"/>
                  </a:lnTo>
                  <a:lnTo>
                    <a:pt x="24218" y="2035"/>
                  </a:lnTo>
                  <a:lnTo>
                    <a:pt x="24218" y="0"/>
                  </a:lnTo>
                  <a:close/>
                </a:path>
              </a:pathLst>
            </a:custGeom>
            <a:solidFill>
              <a:srgbClr val="FFFC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71"/>
            <p:cNvSpPr/>
            <p:nvPr/>
          </p:nvSpPr>
          <p:spPr>
            <a:xfrm>
              <a:off x="3540200" y="4095875"/>
              <a:ext cx="472850" cy="25875"/>
            </a:xfrm>
            <a:custGeom>
              <a:avLst/>
              <a:gdLst/>
              <a:ahLst/>
              <a:cxnLst/>
              <a:rect l="l" t="t" r="r" b="b"/>
              <a:pathLst>
                <a:path w="18914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8914" y="1035"/>
                  </a:lnTo>
                  <a:lnTo>
                    <a:pt x="18914" y="0"/>
                  </a:lnTo>
                  <a:close/>
                </a:path>
              </a:pathLst>
            </a:custGeom>
            <a:solidFill>
              <a:srgbClr val="FFFC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605" name="Google Shape;1605;p71"/>
          <p:cNvCxnSpPr>
            <a:cxnSpLocks/>
          </p:cNvCxnSpPr>
          <p:nvPr/>
        </p:nvCxnSpPr>
        <p:spPr>
          <a:xfrm>
            <a:off x="3021298" y="1877400"/>
            <a:ext cx="948300" cy="717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06" name="Google Shape;1606;p71"/>
          <p:cNvCxnSpPr>
            <a:cxnSpLocks/>
          </p:cNvCxnSpPr>
          <p:nvPr/>
        </p:nvCxnSpPr>
        <p:spPr>
          <a:xfrm rot="10800000" flipH="1">
            <a:off x="3021306" y="3231500"/>
            <a:ext cx="901800" cy="99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07" name="Google Shape;1607;p71"/>
          <p:cNvCxnSpPr/>
          <p:nvPr/>
        </p:nvCxnSpPr>
        <p:spPr>
          <a:xfrm flipH="1">
            <a:off x="5103138" y="1877400"/>
            <a:ext cx="971400" cy="6384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08" name="Google Shape;1608;p71"/>
          <p:cNvCxnSpPr>
            <a:cxnSpLocks/>
            <a:stCxn id="1560" idx="1"/>
          </p:cNvCxnSpPr>
          <p:nvPr/>
        </p:nvCxnSpPr>
        <p:spPr>
          <a:xfrm rot="10800000" flipV="1">
            <a:off x="5047348" y="3330800"/>
            <a:ext cx="1027197" cy="8112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5495037A-92B7-F889-A61F-8033F5B4AB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3742927" y="1939249"/>
            <a:ext cx="1670251" cy="1670251"/>
          </a:xfrm>
          <a:prstGeom prst="rect">
            <a:avLst/>
          </a:prstGeom>
        </p:spPr>
      </p:pic>
      <p:grpSp>
        <p:nvGrpSpPr>
          <p:cNvPr id="7" name="Google Shape;1582;p71">
            <a:extLst>
              <a:ext uri="{FF2B5EF4-FFF2-40B4-BE49-F238E27FC236}">
                <a16:creationId xmlns:a16="http://schemas.microsoft.com/office/drawing/2014/main" id="{3D994499-273B-5E8F-BEEA-1F0C265D3644}"/>
              </a:ext>
            </a:extLst>
          </p:cNvPr>
          <p:cNvGrpSpPr/>
          <p:nvPr/>
        </p:nvGrpSpPr>
        <p:grpSpPr>
          <a:xfrm flipH="1">
            <a:off x="253201" y="162362"/>
            <a:ext cx="467875" cy="467850"/>
            <a:chOff x="5425700" y="2807450"/>
            <a:chExt cx="467875" cy="467850"/>
          </a:xfrm>
        </p:grpSpPr>
        <p:sp>
          <p:nvSpPr>
            <p:cNvPr id="8" name="Google Shape;1583;p71">
              <a:extLst>
                <a:ext uri="{FF2B5EF4-FFF2-40B4-BE49-F238E27FC236}">
                  <a16:creationId xmlns:a16="http://schemas.microsoft.com/office/drawing/2014/main" id="{AF3B892B-EE11-4397-4213-5021DDADC57D}"/>
                </a:ext>
              </a:extLst>
            </p:cNvPr>
            <p:cNvSpPr/>
            <p:nvPr/>
          </p:nvSpPr>
          <p:spPr>
            <a:xfrm>
              <a:off x="5660050" y="2807450"/>
              <a:ext cx="25" cy="134300"/>
            </a:xfrm>
            <a:custGeom>
              <a:avLst/>
              <a:gdLst/>
              <a:ahLst/>
              <a:cxnLst/>
              <a:rect l="l" t="t" r="r" b="b"/>
              <a:pathLst>
                <a:path w="1" h="5372" fill="none" extrusionOk="0">
                  <a:moveTo>
                    <a:pt x="0" y="1"/>
                  </a:moveTo>
                  <a:lnTo>
                    <a:pt x="0" y="537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584;p71">
              <a:extLst>
                <a:ext uri="{FF2B5EF4-FFF2-40B4-BE49-F238E27FC236}">
                  <a16:creationId xmlns:a16="http://schemas.microsoft.com/office/drawing/2014/main" id="{374D8269-1DAD-D306-2629-BA3F1B172D0C}"/>
                </a:ext>
              </a:extLst>
            </p:cNvPr>
            <p:cNvSpPr/>
            <p:nvPr/>
          </p:nvSpPr>
          <p:spPr>
            <a:xfrm>
              <a:off x="5730100" y="2875825"/>
              <a:ext cx="95100" cy="95100"/>
            </a:xfrm>
            <a:custGeom>
              <a:avLst/>
              <a:gdLst/>
              <a:ahLst/>
              <a:cxnLst/>
              <a:rect l="l" t="t" r="r" b="b"/>
              <a:pathLst>
                <a:path w="3804" h="3804" fill="none" extrusionOk="0">
                  <a:moveTo>
                    <a:pt x="3803" y="1"/>
                  </a:moveTo>
                  <a:lnTo>
                    <a:pt x="0" y="3804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585;p71">
              <a:extLst>
                <a:ext uri="{FF2B5EF4-FFF2-40B4-BE49-F238E27FC236}">
                  <a16:creationId xmlns:a16="http://schemas.microsoft.com/office/drawing/2014/main" id="{3F5C5C1F-38F0-6A34-7D35-821AB954965C}"/>
                </a:ext>
              </a:extLst>
            </p:cNvPr>
            <p:cNvSpPr/>
            <p:nvPr/>
          </p:nvSpPr>
          <p:spPr>
            <a:xfrm>
              <a:off x="5759275" y="3040950"/>
              <a:ext cx="134300" cy="25"/>
            </a:xfrm>
            <a:custGeom>
              <a:avLst/>
              <a:gdLst/>
              <a:ahLst/>
              <a:cxnLst/>
              <a:rect l="l" t="t" r="r" b="b"/>
              <a:pathLst>
                <a:path w="5372" h="1" fill="none" extrusionOk="0">
                  <a:moveTo>
                    <a:pt x="5371" y="1"/>
                  </a:moveTo>
                  <a:lnTo>
                    <a:pt x="1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586;p71">
              <a:extLst>
                <a:ext uri="{FF2B5EF4-FFF2-40B4-BE49-F238E27FC236}">
                  <a16:creationId xmlns:a16="http://schemas.microsoft.com/office/drawing/2014/main" id="{B7BAC16D-843F-79C3-52FE-6F18F41782E1}"/>
                </a:ext>
              </a:extLst>
            </p:cNvPr>
            <p:cNvSpPr/>
            <p:nvPr/>
          </p:nvSpPr>
          <p:spPr>
            <a:xfrm>
              <a:off x="5730100" y="3111000"/>
              <a:ext cx="95100" cy="95925"/>
            </a:xfrm>
            <a:custGeom>
              <a:avLst/>
              <a:gdLst/>
              <a:ahLst/>
              <a:cxnLst/>
              <a:rect l="l" t="t" r="r" b="b"/>
              <a:pathLst>
                <a:path w="3804" h="3837" fill="none" extrusionOk="0">
                  <a:moveTo>
                    <a:pt x="3803" y="3837"/>
                  </a:moveTo>
                  <a:lnTo>
                    <a:pt x="0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587;p71">
              <a:extLst>
                <a:ext uri="{FF2B5EF4-FFF2-40B4-BE49-F238E27FC236}">
                  <a16:creationId xmlns:a16="http://schemas.microsoft.com/office/drawing/2014/main" id="{75D5D6AB-0CB8-5B5C-E882-13EDFE7CFB0D}"/>
                </a:ext>
              </a:extLst>
            </p:cNvPr>
            <p:cNvSpPr/>
            <p:nvPr/>
          </p:nvSpPr>
          <p:spPr>
            <a:xfrm>
              <a:off x="5660050" y="3140200"/>
              <a:ext cx="25" cy="135100"/>
            </a:xfrm>
            <a:custGeom>
              <a:avLst/>
              <a:gdLst/>
              <a:ahLst/>
              <a:cxnLst/>
              <a:rect l="l" t="t" r="r" b="b"/>
              <a:pathLst>
                <a:path w="1" h="5404" fill="none" extrusionOk="0">
                  <a:moveTo>
                    <a:pt x="0" y="5404"/>
                  </a:moveTo>
                  <a:lnTo>
                    <a:pt x="0" y="0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588;p71">
              <a:extLst>
                <a:ext uri="{FF2B5EF4-FFF2-40B4-BE49-F238E27FC236}">
                  <a16:creationId xmlns:a16="http://schemas.microsoft.com/office/drawing/2014/main" id="{3A8735CD-38F9-4C80-EB00-0AD84212DBAC}"/>
                </a:ext>
              </a:extLst>
            </p:cNvPr>
            <p:cNvSpPr/>
            <p:nvPr/>
          </p:nvSpPr>
          <p:spPr>
            <a:xfrm>
              <a:off x="5494100" y="3111000"/>
              <a:ext cx="95925" cy="95925"/>
            </a:xfrm>
            <a:custGeom>
              <a:avLst/>
              <a:gdLst/>
              <a:ahLst/>
              <a:cxnLst/>
              <a:rect l="l" t="t" r="r" b="b"/>
              <a:pathLst>
                <a:path w="3837" h="3837" fill="none" extrusionOk="0">
                  <a:moveTo>
                    <a:pt x="0" y="3837"/>
                  </a:moveTo>
                  <a:lnTo>
                    <a:pt x="3836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589;p71">
              <a:extLst>
                <a:ext uri="{FF2B5EF4-FFF2-40B4-BE49-F238E27FC236}">
                  <a16:creationId xmlns:a16="http://schemas.microsoft.com/office/drawing/2014/main" id="{25CA4C2B-47E3-32CE-BBE6-46B850BE6E8F}"/>
                </a:ext>
              </a:extLst>
            </p:cNvPr>
            <p:cNvSpPr/>
            <p:nvPr/>
          </p:nvSpPr>
          <p:spPr>
            <a:xfrm>
              <a:off x="5425700" y="3040950"/>
              <a:ext cx="135125" cy="25"/>
            </a:xfrm>
            <a:custGeom>
              <a:avLst/>
              <a:gdLst/>
              <a:ahLst/>
              <a:cxnLst/>
              <a:rect l="l" t="t" r="r" b="b"/>
              <a:pathLst>
                <a:path w="5405" h="1" fill="none" extrusionOk="0">
                  <a:moveTo>
                    <a:pt x="1" y="1"/>
                  </a:moveTo>
                  <a:lnTo>
                    <a:pt x="5405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90;p71">
              <a:extLst>
                <a:ext uri="{FF2B5EF4-FFF2-40B4-BE49-F238E27FC236}">
                  <a16:creationId xmlns:a16="http://schemas.microsoft.com/office/drawing/2014/main" id="{DD74A2EC-8E6C-9B3F-C418-5EB932E7ADE1}"/>
                </a:ext>
              </a:extLst>
            </p:cNvPr>
            <p:cNvSpPr/>
            <p:nvPr/>
          </p:nvSpPr>
          <p:spPr>
            <a:xfrm>
              <a:off x="5494100" y="2875825"/>
              <a:ext cx="95925" cy="95100"/>
            </a:xfrm>
            <a:custGeom>
              <a:avLst/>
              <a:gdLst/>
              <a:ahLst/>
              <a:cxnLst/>
              <a:rect l="l" t="t" r="r" b="b"/>
              <a:pathLst>
                <a:path w="3837" h="3804" fill="none" extrusionOk="0">
                  <a:moveTo>
                    <a:pt x="0" y="1"/>
                  </a:moveTo>
                  <a:lnTo>
                    <a:pt x="3836" y="3804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54"/>
          <p:cNvSpPr/>
          <p:nvPr/>
        </p:nvSpPr>
        <p:spPr>
          <a:xfrm flipH="1">
            <a:off x="-153626" y="2062319"/>
            <a:ext cx="4321631" cy="4019640"/>
          </a:xfrm>
          <a:custGeom>
            <a:avLst/>
            <a:gdLst/>
            <a:ahLst/>
            <a:cxnLst/>
            <a:rect l="l" t="t" r="r" b="b"/>
            <a:pathLst>
              <a:path w="131928" h="122709" extrusionOk="0">
                <a:moveTo>
                  <a:pt x="110272" y="1"/>
                </a:moveTo>
                <a:cubicBezTo>
                  <a:pt x="107794" y="1"/>
                  <a:pt x="105307" y="285"/>
                  <a:pt x="102940" y="806"/>
                </a:cubicBezTo>
                <a:cubicBezTo>
                  <a:pt x="94034" y="2774"/>
                  <a:pt x="85728" y="7411"/>
                  <a:pt x="79390" y="13982"/>
                </a:cubicBezTo>
                <a:cubicBezTo>
                  <a:pt x="71584" y="22049"/>
                  <a:pt x="64634" y="33954"/>
                  <a:pt x="53622" y="33954"/>
                </a:cubicBezTo>
                <a:cubicBezTo>
                  <a:pt x="53341" y="33954"/>
                  <a:pt x="53058" y="33946"/>
                  <a:pt x="52771" y="33930"/>
                </a:cubicBezTo>
                <a:cubicBezTo>
                  <a:pt x="48635" y="33697"/>
                  <a:pt x="44832" y="31662"/>
                  <a:pt x="40763" y="30861"/>
                </a:cubicBezTo>
                <a:cubicBezTo>
                  <a:pt x="39507" y="30623"/>
                  <a:pt x="38244" y="30510"/>
                  <a:pt x="36985" y="30510"/>
                </a:cubicBezTo>
                <a:cubicBezTo>
                  <a:pt x="29777" y="30510"/>
                  <a:pt x="22672" y="34224"/>
                  <a:pt x="17646" y="39534"/>
                </a:cubicBezTo>
                <a:cubicBezTo>
                  <a:pt x="11742" y="45772"/>
                  <a:pt x="8306" y="53944"/>
                  <a:pt x="5704" y="62117"/>
                </a:cubicBezTo>
                <a:cubicBezTo>
                  <a:pt x="2268" y="72791"/>
                  <a:pt x="0" y="84133"/>
                  <a:pt x="1801" y="95174"/>
                </a:cubicBezTo>
                <a:cubicBezTo>
                  <a:pt x="3569" y="106248"/>
                  <a:pt x="9173" y="119324"/>
                  <a:pt x="20115" y="121793"/>
                </a:cubicBezTo>
                <a:cubicBezTo>
                  <a:pt x="22930" y="122423"/>
                  <a:pt x="25939" y="122708"/>
                  <a:pt x="29054" y="122708"/>
                </a:cubicBezTo>
                <a:cubicBezTo>
                  <a:pt x="46239" y="122708"/>
                  <a:pt x="66644" y="114017"/>
                  <a:pt x="75454" y="106449"/>
                </a:cubicBezTo>
                <a:cubicBezTo>
                  <a:pt x="100138" y="85133"/>
                  <a:pt x="124556" y="59982"/>
                  <a:pt x="130460" y="27892"/>
                </a:cubicBezTo>
                <a:cubicBezTo>
                  <a:pt x="131728" y="21021"/>
                  <a:pt x="131928" y="13349"/>
                  <a:pt x="127858" y="7645"/>
                </a:cubicBezTo>
                <a:cubicBezTo>
                  <a:pt x="123958" y="2199"/>
                  <a:pt x="117154" y="1"/>
                  <a:pt x="11027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" name="Google Shape;903;p54"/>
          <p:cNvSpPr txBox="1">
            <a:spLocks noGrp="1"/>
          </p:cNvSpPr>
          <p:nvPr>
            <p:ph type="subTitle" idx="1"/>
          </p:nvPr>
        </p:nvSpPr>
        <p:spPr>
          <a:xfrm>
            <a:off x="2175324" y="485570"/>
            <a:ext cx="5438700" cy="60343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/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System Architecture Overview</a:t>
            </a:r>
            <a:endParaRPr lang="en-IN" dirty="0"/>
          </a:p>
        </p:txBody>
      </p:sp>
      <p:grpSp>
        <p:nvGrpSpPr>
          <p:cNvPr id="934" name="Google Shape;934;p54"/>
          <p:cNvGrpSpPr/>
          <p:nvPr/>
        </p:nvGrpSpPr>
        <p:grpSpPr>
          <a:xfrm>
            <a:off x="542458" y="1861261"/>
            <a:ext cx="2929461" cy="1854620"/>
            <a:chOff x="2442750" y="2984250"/>
            <a:chExt cx="2706950" cy="1713750"/>
          </a:xfrm>
        </p:grpSpPr>
        <p:sp>
          <p:nvSpPr>
            <p:cNvPr id="935" name="Google Shape;935;p54"/>
            <p:cNvSpPr/>
            <p:nvPr/>
          </p:nvSpPr>
          <p:spPr>
            <a:xfrm>
              <a:off x="2582850" y="2984250"/>
              <a:ext cx="2426750" cy="1597000"/>
            </a:xfrm>
            <a:custGeom>
              <a:avLst/>
              <a:gdLst/>
              <a:ahLst/>
              <a:cxnLst/>
              <a:rect l="l" t="t" r="r" b="b"/>
              <a:pathLst>
                <a:path w="97070" h="63880" extrusionOk="0">
                  <a:moveTo>
                    <a:pt x="2369" y="0"/>
                  </a:moveTo>
                  <a:cubicBezTo>
                    <a:pt x="1068" y="0"/>
                    <a:pt x="0" y="1034"/>
                    <a:pt x="0" y="2335"/>
                  </a:cubicBezTo>
                  <a:lnTo>
                    <a:pt x="0" y="61544"/>
                  </a:lnTo>
                  <a:cubicBezTo>
                    <a:pt x="0" y="62812"/>
                    <a:pt x="1068" y="63879"/>
                    <a:pt x="2369" y="63879"/>
                  </a:cubicBezTo>
                  <a:lnTo>
                    <a:pt x="94701" y="63879"/>
                  </a:lnTo>
                  <a:cubicBezTo>
                    <a:pt x="96002" y="63879"/>
                    <a:pt x="97070" y="62812"/>
                    <a:pt x="97070" y="61544"/>
                  </a:cubicBezTo>
                  <a:lnTo>
                    <a:pt x="97070" y="2335"/>
                  </a:lnTo>
                  <a:cubicBezTo>
                    <a:pt x="97070" y="1034"/>
                    <a:pt x="96002" y="0"/>
                    <a:pt x="94701" y="0"/>
                  </a:cubicBezTo>
                  <a:close/>
                </a:path>
              </a:pathLst>
            </a:custGeom>
            <a:solidFill>
              <a:srgbClr val="0234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6" name="Google Shape;936;p54"/>
            <p:cNvSpPr/>
            <p:nvPr/>
          </p:nvSpPr>
          <p:spPr>
            <a:xfrm>
              <a:off x="2672925" y="3079325"/>
              <a:ext cx="2246625" cy="1392675"/>
            </a:xfrm>
            <a:custGeom>
              <a:avLst/>
              <a:gdLst/>
              <a:ahLst/>
              <a:cxnLst/>
              <a:rect l="l" t="t" r="r" b="b"/>
              <a:pathLst>
                <a:path w="89865" h="55707" extrusionOk="0">
                  <a:moveTo>
                    <a:pt x="0" y="0"/>
                  </a:moveTo>
                  <a:lnTo>
                    <a:pt x="0" y="55707"/>
                  </a:lnTo>
                  <a:lnTo>
                    <a:pt x="89864" y="55707"/>
                  </a:lnTo>
                  <a:lnTo>
                    <a:pt x="89864" y="0"/>
                  </a:lnTo>
                  <a:close/>
                </a:path>
              </a:pathLst>
            </a:custGeom>
            <a:solidFill>
              <a:srgbClr val="FFFC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54"/>
            <p:cNvSpPr/>
            <p:nvPr/>
          </p:nvSpPr>
          <p:spPr>
            <a:xfrm>
              <a:off x="2442750" y="4482825"/>
              <a:ext cx="2706950" cy="215175"/>
            </a:xfrm>
            <a:custGeom>
              <a:avLst/>
              <a:gdLst/>
              <a:ahLst/>
              <a:cxnLst/>
              <a:rect l="l" t="t" r="r" b="b"/>
              <a:pathLst>
                <a:path w="108278" h="8607" extrusionOk="0">
                  <a:moveTo>
                    <a:pt x="0" y="0"/>
                  </a:moveTo>
                  <a:lnTo>
                    <a:pt x="0" y="6005"/>
                  </a:lnTo>
                  <a:cubicBezTo>
                    <a:pt x="0" y="7439"/>
                    <a:pt x="1168" y="8606"/>
                    <a:pt x="2602" y="8606"/>
                  </a:cubicBezTo>
                  <a:lnTo>
                    <a:pt x="105676" y="8606"/>
                  </a:lnTo>
                  <a:cubicBezTo>
                    <a:pt x="107110" y="8606"/>
                    <a:pt x="108278" y="7439"/>
                    <a:pt x="108278" y="6005"/>
                  </a:cubicBezTo>
                  <a:lnTo>
                    <a:pt x="108278" y="0"/>
                  </a:lnTo>
                  <a:close/>
                </a:path>
              </a:pathLst>
            </a:custGeom>
            <a:solidFill>
              <a:srgbClr val="0234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54"/>
            <p:cNvSpPr/>
            <p:nvPr/>
          </p:nvSpPr>
          <p:spPr>
            <a:xfrm>
              <a:off x="3511850" y="4482825"/>
              <a:ext cx="568750" cy="107600"/>
            </a:xfrm>
            <a:custGeom>
              <a:avLst/>
              <a:gdLst/>
              <a:ahLst/>
              <a:cxnLst/>
              <a:rect l="l" t="t" r="r" b="b"/>
              <a:pathLst>
                <a:path w="22750" h="4304" extrusionOk="0">
                  <a:moveTo>
                    <a:pt x="0" y="0"/>
                  </a:moveTo>
                  <a:lnTo>
                    <a:pt x="0" y="801"/>
                  </a:lnTo>
                  <a:cubicBezTo>
                    <a:pt x="0" y="2702"/>
                    <a:pt x="1601" y="4303"/>
                    <a:pt x="3503" y="4303"/>
                  </a:cubicBezTo>
                  <a:lnTo>
                    <a:pt x="19247" y="4303"/>
                  </a:lnTo>
                  <a:cubicBezTo>
                    <a:pt x="21149" y="4303"/>
                    <a:pt x="22750" y="2702"/>
                    <a:pt x="22750" y="801"/>
                  </a:cubicBezTo>
                  <a:lnTo>
                    <a:pt x="22750" y="0"/>
                  </a:lnTo>
                  <a:close/>
                </a:path>
              </a:pathLst>
            </a:custGeom>
            <a:solidFill>
              <a:srgbClr val="638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C0B8935-509C-9ED5-21D1-EF44B3236A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569398" y="1290062"/>
            <a:ext cx="52920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User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Layer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Registration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login, profile management, request 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submission</a:t>
            </a:r>
            <a:b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Data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Layer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Structured storage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profiles  ,</a:t>
            </a:r>
            <a:r>
              <a:rPr kumimoji="0" lang="en-US" altLang="en-US" sz="1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requests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schedules, and metadata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Admin Layer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Dashboard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review, scheduling, personnel assignment, monitoring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Notification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Layer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Automated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email system for confirmations and status updates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Security 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Layer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Encryption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authentication, session management, data protection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Google Shape;1071;p60">
            <a:extLst>
              <a:ext uri="{FF2B5EF4-FFF2-40B4-BE49-F238E27FC236}">
                <a16:creationId xmlns:a16="http://schemas.microsoft.com/office/drawing/2014/main" id="{5FE75A9B-7B9E-7F16-9BA8-0963ABE7926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1756" y="2044858"/>
            <a:ext cx="2050863" cy="1246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5" name="Google Shape;1065;p60"/>
          <p:cNvGrpSpPr/>
          <p:nvPr/>
        </p:nvGrpSpPr>
        <p:grpSpPr>
          <a:xfrm>
            <a:off x="5302191" y="1308030"/>
            <a:ext cx="3432984" cy="2496295"/>
            <a:chOff x="331763" y="414153"/>
            <a:chExt cx="6903246" cy="5019697"/>
          </a:xfrm>
        </p:grpSpPr>
        <p:sp>
          <p:nvSpPr>
            <p:cNvPr id="1066" name="Google Shape;1066;p60"/>
            <p:cNvSpPr/>
            <p:nvPr/>
          </p:nvSpPr>
          <p:spPr>
            <a:xfrm>
              <a:off x="2953125" y="4725150"/>
              <a:ext cx="1660725" cy="708700"/>
            </a:xfrm>
            <a:custGeom>
              <a:avLst/>
              <a:gdLst/>
              <a:ahLst/>
              <a:cxnLst/>
              <a:rect l="l" t="t" r="r" b="b"/>
              <a:pathLst>
                <a:path w="66429" h="28348" extrusionOk="0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60"/>
            <p:cNvSpPr/>
            <p:nvPr/>
          </p:nvSpPr>
          <p:spPr>
            <a:xfrm>
              <a:off x="331763" y="414153"/>
              <a:ext cx="6903246" cy="4353879"/>
            </a:xfrm>
            <a:custGeom>
              <a:avLst/>
              <a:gdLst/>
              <a:ahLst/>
              <a:cxnLst/>
              <a:rect l="l" t="t" r="r" b="b"/>
              <a:pathLst>
                <a:path w="248162" h="181204" extrusionOk="0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60"/>
            <p:cNvSpPr/>
            <p:nvPr/>
          </p:nvSpPr>
          <p:spPr>
            <a:xfrm>
              <a:off x="2772650" y="5206975"/>
              <a:ext cx="2020025" cy="226875"/>
            </a:xfrm>
            <a:custGeom>
              <a:avLst/>
              <a:gdLst/>
              <a:ahLst/>
              <a:cxnLst/>
              <a:rect l="l" t="t" r="r" b="b"/>
              <a:pathLst>
                <a:path w="80801" h="9075" extrusionOk="0">
                  <a:moveTo>
                    <a:pt x="4571" y="1"/>
                  </a:moveTo>
                  <a:cubicBezTo>
                    <a:pt x="2054" y="1"/>
                    <a:pt x="1" y="2054"/>
                    <a:pt x="1" y="4570"/>
                  </a:cubicBezTo>
                  <a:cubicBezTo>
                    <a:pt x="1" y="7021"/>
                    <a:pt x="2054" y="9074"/>
                    <a:pt x="4571" y="9074"/>
                  </a:cubicBezTo>
                  <a:lnTo>
                    <a:pt x="76297" y="9074"/>
                  </a:lnTo>
                  <a:cubicBezTo>
                    <a:pt x="78814" y="9074"/>
                    <a:pt x="80801" y="7021"/>
                    <a:pt x="80801" y="4570"/>
                  </a:cubicBezTo>
                  <a:cubicBezTo>
                    <a:pt x="80801" y="2054"/>
                    <a:pt x="78814" y="1"/>
                    <a:pt x="762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9" name="Google Shape;1069;p60"/>
          <p:cNvSpPr txBox="1">
            <a:spLocks noGrp="1"/>
          </p:cNvSpPr>
          <p:nvPr>
            <p:ph type="title"/>
          </p:nvPr>
        </p:nvSpPr>
        <p:spPr>
          <a:xfrm>
            <a:off x="759050" y="1761985"/>
            <a:ext cx="2611200" cy="56946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IN" dirty="0"/>
              <a:t>Conclusion</a:t>
            </a:r>
            <a:endParaRPr dirty="0"/>
          </a:p>
        </p:txBody>
      </p:sp>
      <p:sp>
        <p:nvSpPr>
          <p:cNvPr id="1070" name="Google Shape;1070;p60"/>
          <p:cNvSpPr txBox="1">
            <a:spLocks noGrp="1"/>
          </p:cNvSpPr>
          <p:nvPr>
            <p:ph type="subTitle" idx="1"/>
          </p:nvPr>
        </p:nvSpPr>
        <p:spPr>
          <a:xfrm>
            <a:off x="835559" y="2232227"/>
            <a:ext cx="3814406" cy="101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US" dirty="0"/>
              <a:t>A comprehensive solution for electronic waste collection through secure authentication, detailed request submission, and efficient admin scheduling—promoting responsible disposal and environmental sustainability.</a:t>
            </a:r>
            <a:endParaRPr dirty="0"/>
          </a:p>
        </p:txBody>
      </p:sp>
      <p:pic>
        <p:nvPicPr>
          <p:cNvPr id="1071" name="Google Shape;1071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07611" y="1495229"/>
            <a:ext cx="3221424" cy="1812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2" name="Google Shape;1072;p60"/>
          <p:cNvGrpSpPr/>
          <p:nvPr/>
        </p:nvGrpSpPr>
        <p:grpSpPr>
          <a:xfrm flipH="1">
            <a:off x="919788" y="4336817"/>
            <a:ext cx="578775" cy="525200"/>
            <a:chOff x="1698875" y="1584550"/>
            <a:chExt cx="578775" cy="525200"/>
          </a:xfrm>
        </p:grpSpPr>
        <p:sp>
          <p:nvSpPr>
            <p:cNvPr id="1073" name="Google Shape;1073;p60"/>
            <p:cNvSpPr/>
            <p:nvPr/>
          </p:nvSpPr>
          <p:spPr>
            <a:xfrm>
              <a:off x="1698875" y="1584550"/>
              <a:ext cx="578775" cy="394825"/>
            </a:xfrm>
            <a:custGeom>
              <a:avLst/>
              <a:gdLst/>
              <a:ahLst/>
              <a:cxnLst/>
              <a:rect l="l" t="t" r="r" b="b"/>
              <a:pathLst>
                <a:path w="23151" h="15793" extrusionOk="0">
                  <a:moveTo>
                    <a:pt x="18824" y="1"/>
                  </a:moveTo>
                  <a:cubicBezTo>
                    <a:pt x="9978" y="1"/>
                    <a:pt x="2000" y="6135"/>
                    <a:pt x="34" y="15126"/>
                  </a:cubicBezTo>
                  <a:cubicBezTo>
                    <a:pt x="1" y="15192"/>
                    <a:pt x="1" y="15293"/>
                    <a:pt x="1" y="15359"/>
                  </a:cubicBezTo>
                  <a:lnTo>
                    <a:pt x="2136" y="15793"/>
                  </a:lnTo>
                  <a:cubicBezTo>
                    <a:pt x="2136" y="15726"/>
                    <a:pt x="2169" y="15659"/>
                    <a:pt x="2169" y="15593"/>
                  </a:cubicBezTo>
                  <a:cubicBezTo>
                    <a:pt x="3170" y="10989"/>
                    <a:pt x="5938" y="7253"/>
                    <a:pt x="9641" y="4885"/>
                  </a:cubicBezTo>
                  <a:cubicBezTo>
                    <a:pt x="12338" y="3169"/>
                    <a:pt x="15522" y="2191"/>
                    <a:pt x="18848" y="2191"/>
                  </a:cubicBezTo>
                  <a:cubicBezTo>
                    <a:pt x="20047" y="2191"/>
                    <a:pt x="21264" y="2318"/>
                    <a:pt x="22484" y="2583"/>
                  </a:cubicBezTo>
                  <a:cubicBezTo>
                    <a:pt x="22550" y="2583"/>
                    <a:pt x="22584" y="2617"/>
                    <a:pt x="22650" y="2650"/>
                  </a:cubicBezTo>
                  <a:lnTo>
                    <a:pt x="23151" y="515"/>
                  </a:lnTo>
                  <a:cubicBezTo>
                    <a:pt x="23084" y="482"/>
                    <a:pt x="23017" y="482"/>
                    <a:pt x="22951" y="449"/>
                  </a:cubicBezTo>
                  <a:cubicBezTo>
                    <a:pt x="21567" y="146"/>
                    <a:pt x="20185" y="1"/>
                    <a:pt x="18824" y="1"/>
                  </a:cubicBezTo>
                  <a:close/>
                </a:path>
              </a:pathLst>
            </a:custGeom>
            <a:solidFill>
              <a:srgbClr val="FDBC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60"/>
            <p:cNvSpPr/>
            <p:nvPr/>
          </p:nvSpPr>
          <p:spPr>
            <a:xfrm>
              <a:off x="1840650" y="1729825"/>
              <a:ext cx="404475" cy="278750"/>
            </a:xfrm>
            <a:custGeom>
              <a:avLst/>
              <a:gdLst/>
              <a:ahLst/>
              <a:cxnLst/>
              <a:rect l="l" t="t" r="r" b="b"/>
              <a:pathLst>
                <a:path w="16179" h="11150" extrusionOk="0">
                  <a:moveTo>
                    <a:pt x="13147" y="0"/>
                  </a:moveTo>
                  <a:cubicBezTo>
                    <a:pt x="6969" y="0"/>
                    <a:pt x="1394" y="4271"/>
                    <a:pt x="34" y="10549"/>
                  </a:cubicBezTo>
                  <a:cubicBezTo>
                    <a:pt x="34" y="10616"/>
                    <a:pt x="34" y="10649"/>
                    <a:pt x="1" y="10716"/>
                  </a:cubicBezTo>
                  <a:lnTo>
                    <a:pt x="2135" y="11149"/>
                  </a:lnTo>
                  <a:cubicBezTo>
                    <a:pt x="2169" y="11116"/>
                    <a:pt x="2169" y="11083"/>
                    <a:pt x="2169" y="11016"/>
                  </a:cubicBezTo>
                  <a:cubicBezTo>
                    <a:pt x="2836" y="8014"/>
                    <a:pt x="4671" y="5512"/>
                    <a:pt x="7072" y="3978"/>
                  </a:cubicBezTo>
                  <a:cubicBezTo>
                    <a:pt x="8859" y="2827"/>
                    <a:pt x="10968" y="2180"/>
                    <a:pt x="13150" y="2180"/>
                  </a:cubicBezTo>
                  <a:cubicBezTo>
                    <a:pt x="13943" y="2180"/>
                    <a:pt x="14745" y="2265"/>
                    <a:pt x="15545" y="2443"/>
                  </a:cubicBezTo>
                  <a:cubicBezTo>
                    <a:pt x="15612" y="2443"/>
                    <a:pt x="15645" y="2476"/>
                    <a:pt x="15678" y="2476"/>
                  </a:cubicBezTo>
                  <a:lnTo>
                    <a:pt x="16179" y="342"/>
                  </a:lnTo>
                  <a:cubicBezTo>
                    <a:pt x="16112" y="342"/>
                    <a:pt x="16079" y="308"/>
                    <a:pt x="16012" y="308"/>
                  </a:cubicBezTo>
                  <a:cubicBezTo>
                    <a:pt x="15052" y="100"/>
                    <a:pt x="14092" y="0"/>
                    <a:pt x="13147" y="0"/>
                  </a:cubicBezTo>
                  <a:close/>
                </a:path>
              </a:pathLst>
            </a:custGeom>
            <a:solidFill>
              <a:srgbClr val="FDBC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60"/>
            <p:cNvSpPr/>
            <p:nvPr/>
          </p:nvSpPr>
          <p:spPr>
            <a:xfrm>
              <a:off x="1974075" y="1866325"/>
              <a:ext cx="240200" cy="169775"/>
            </a:xfrm>
            <a:custGeom>
              <a:avLst/>
              <a:gdLst/>
              <a:ahLst/>
              <a:cxnLst/>
              <a:rect l="l" t="t" r="r" b="b"/>
              <a:pathLst>
                <a:path w="9608" h="6791" extrusionOk="0">
                  <a:moveTo>
                    <a:pt x="7806" y="1"/>
                  </a:moveTo>
                  <a:cubicBezTo>
                    <a:pt x="4158" y="1"/>
                    <a:pt x="843" y="2527"/>
                    <a:pt x="34" y="6256"/>
                  </a:cubicBezTo>
                  <a:cubicBezTo>
                    <a:pt x="34" y="6290"/>
                    <a:pt x="34" y="6323"/>
                    <a:pt x="1" y="6357"/>
                  </a:cubicBezTo>
                  <a:lnTo>
                    <a:pt x="2169" y="6790"/>
                  </a:lnTo>
                  <a:cubicBezTo>
                    <a:pt x="2169" y="6757"/>
                    <a:pt x="2169" y="6757"/>
                    <a:pt x="2169" y="6723"/>
                  </a:cubicBezTo>
                  <a:cubicBezTo>
                    <a:pt x="2503" y="5189"/>
                    <a:pt x="3437" y="3888"/>
                    <a:pt x="4704" y="3088"/>
                  </a:cubicBezTo>
                  <a:cubicBezTo>
                    <a:pt x="5604" y="2504"/>
                    <a:pt x="6681" y="2186"/>
                    <a:pt x="7794" y="2186"/>
                  </a:cubicBezTo>
                  <a:cubicBezTo>
                    <a:pt x="8207" y="2186"/>
                    <a:pt x="8625" y="2230"/>
                    <a:pt x="9041" y="2320"/>
                  </a:cubicBezTo>
                  <a:lnTo>
                    <a:pt x="9107" y="2320"/>
                  </a:lnTo>
                  <a:lnTo>
                    <a:pt x="9608" y="219"/>
                  </a:lnTo>
                  <a:cubicBezTo>
                    <a:pt x="9574" y="185"/>
                    <a:pt x="9541" y="185"/>
                    <a:pt x="9508" y="185"/>
                  </a:cubicBezTo>
                  <a:cubicBezTo>
                    <a:pt x="8938" y="61"/>
                    <a:pt x="8368" y="1"/>
                    <a:pt x="7806" y="1"/>
                  </a:cubicBezTo>
                  <a:close/>
                </a:path>
              </a:pathLst>
            </a:custGeom>
            <a:solidFill>
              <a:srgbClr val="FDBC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60"/>
            <p:cNvSpPr/>
            <p:nvPr/>
          </p:nvSpPr>
          <p:spPr>
            <a:xfrm>
              <a:off x="2118350" y="2020575"/>
              <a:ext cx="101775" cy="89175"/>
            </a:xfrm>
            <a:custGeom>
              <a:avLst/>
              <a:gdLst/>
              <a:ahLst/>
              <a:cxnLst/>
              <a:rect l="l" t="t" r="r" b="b"/>
              <a:pathLst>
                <a:path w="4071" h="3567" extrusionOk="0">
                  <a:moveTo>
                    <a:pt x="2039" y="1"/>
                  </a:moveTo>
                  <a:cubicBezTo>
                    <a:pt x="1707" y="1"/>
                    <a:pt x="1370" y="93"/>
                    <a:pt x="1068" y="287"/>
                  </a:cubicBezTo>
                  <a:cubicBezTo>
                    <a:pt x="234" y="820"/>
                    <a:pt x="1" y="1921"/>
                    <a:pt x="534" y="2755"/>
                  </a:cubicBezTo>
                  <a:cubicBezTo>
                    <a:pt x="879" y="3272"/>
                    <a:pt x="1460" y="3566"/>
                    <a:pt x="2053" y="3566"/>
                  </a:cubicBezTo>
                  <a:cubicBezTo>
                    <a:pt x="2378" y="3566"/>
                    <a:pt x="2707" y="3478"/>
                    <a:pt x="3003" y="3289"/>
                  </a:cubicBezTo>
                  <a:cubicBezTo>
                    <a:pt x="3803" y="2755"/>
                    <a:pt x="4070" y="1654"/>
                    <a:pt x="3536" y="820"/>
                  </a:cubicBezTo>
                  <a:cubicBezTo>
                    <a:pt x="3196" y="288"/>
                    <a:pt x="2625" y="1"/>
                    <a:pt x="2039" y="1"/>
                  </a:cubicBezTo>
                  <a:close/>
                </a:path>
              </a:pathLst>
            </a:custGeom>
            <a:solidFill>
              <a:srgbClr val="FDBC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7" name="Google Shape;1077;p60"/>
          <p:cNvGrpSpPr/>
          <p:nvPr/>
        </p:nvGrpSpPr>
        <p:grpSpPr>
          <a:xfrm>
            <a:off x="8430775" y="4002775"/>
            <a:ext cx="467875" cy="467850"/>
            <a:chOff x="5425700" y="2807450"/>
            <a:chExt cx="467875" cy="467850"/>
          </a:xfrm>
        </p:grpSpPr>
        <p:sp>
          <p:nvSpPr>
            <p:cNvPr id="1078" name="Google Shape;1078;p60"/>
            <p:cNvSpPr/>
            <p:nvPr/>
          </p:nvSpPr>
          <p:spPr>
            <a:xfrm>
              <a:off x="5660050" y="2807450"/>
              <a:ext cx="25" cy="134300"/>
            </a:xfrm>
            <a:custGeom>
              <a:avLst/>
              <a:gdLst/>
              <a:ahLst/>
              <a:cxnLst/>
              <a:rect l="l" t="t" r="r" b="b"/>
              <a:pathLst>
                <a:path w="1" h="5372" fill="none" extrusionOk="0">
                  <a:moveTo>
                    <a:pt x="0" y="1"/>
                  </a:moveTo>
                  <a:lnTo>
                    <a:pt x="0" y="537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60"/>
            <p:cNvSpPr/>
            <p:nvPr/>
          </p:nvSpPr>
          <p:spPr>
            <a:xfrm>
              <a:off x="5730100" y="2875825"/>
              <a:ext cx="95100" cy="95100"/>
            </a:xfrm>
            <a:custGeom>
              <a:avLst/>
              <a:gdLst/>
              <a:ahLst/>
              <a:cxnLst/>
              <a:rect l="l" t="t" r="r" b="b"/>
              <a:pathLst>
                <a:path w="3804" h="3804" fill="none" extrusionOk="0">
                  <a:moveTo>
                    <a:pt x="3803" y="1"/>
                  </a:moveTo>
                  <a:lnTo>
                    <a:pt x="0" y="3804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60"/>
            <p:cNvSpPr/>
            <p:nvPr/>
          </p:nvSpPr>
          <p:spPr>
            <a:xfrm>
              <a:off x="5759275" y="3040950"/>
              <a:ext cx="134300" cy="25"/>
            </a:xfrm>
            <a:custGeom>
              <a:avLst/>
              <a:gdLst/>
              <a:ahLst/>
              <a:cxnLst/>
              <a:rect l="l" t="t" r="r" b="b"/>
              <a:pathLst>
                <a:path w="5372" h="1" fill="none" extrusionOk="0">
                  <a:moveTo>
                    <a:pt x="5371" y="1"/>
                  </a:moveTo>
                  <a:lnTo>
                    <a:pt x="1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60"/>
            <p:cNvSpPr/>
            <p:nvPr/>
          </p:nvSpPr>
          <p:spPr>
            <a:xfrm>
              <a:off x="5730100" y="3111000"/>
              <a:ext cx="95100" cy="95925"/>
            </a:xfrm>
            <a:custGeom>
              <a:avLst/>
              <a:gdLst/>
              <a:ahLst/>
              <a:cxnLst/>
              <a:rect l="l" t="t" r="r" b="b"/>
              <a:pathLst>
                <a:path w="3804" h="3837" fill="none" extrusionOk="0">
                  <a:moveTo>
                    <a:pt x="3803" y="3837"/>
                  </a:moveTo>
                  <a:lnTo>
                    <a:pt x="0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60"/>
            <p:cNvSpPr/>
            <p:nvPr/>
          </p:nvSpPr>
          <p:spPr>
            <a:xfrm>
              <a:off x="5660050" y="3140200"/>
              <a:ext cx="25" cy="135100"/>
            </a:xfrm>
            <a:custGeom>
              <a:avLst/>
              <a:gdLst/>
              <a:ahLst/>
              <a:cxnLst/>
              <a:rect l="l" t="t" r="r" b="b"/>
              <a:pathLst>
                <a:path w="1" h="5404" fill="none" extrusionOk="0">
                  <a:moveTo>
                    <a:pt x="0" y="5404"/>
                  </a:moveTo>
                  <a:lnTo>
                    <a:pt x="0" y="0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60"/>
            <p:cNvSpPr/>
            <p:nvPr/>
          </p:nvSpPr>
          <p:spPr>
            <a:xfrm>
              <a:off x="5494100" y="3111000"/>
              <a:ext cx="95925" cy="95925"/>
            </a:xfrm>
            <a:custGeom>
              <a:avLst/>
              <a:gdLst/>
              <a:ahLst/>
              <a:cxnLst/>
              <a:rect l="l" t="t" r="r" b="b"/>
              <a:pathLst>
                <a:path w="3837" h="3837" fill="none" extrusionOk="0">
                  <a:moveTo>
                    <a:pt x="0" y="3837"/>
                  </a:moveTo>
                  <a:lnTo>
                    <a:pt x="3836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60"/>
            <p:cNvSpPr/>
            <p:nvPr/>
          </p:nvSpPr>
          <p:spPr>
            <a:xfrm>
              <a:off x="5425700" y="3040950"/>
              <a:ext cx="135125" cy="25"/>
            </a:xfrm>
            <a:custGeom>
              <a:avLst/>
              <a:gdLst/>
              <a:ahLst/>
              <a:cxnLst/>
              <a:rect l="l" t="t" r="r" b="b"/>
              <a:pathLst>
                <a:path w="5405" h="1" fill="none" extrusionOk="0">
                  <a:moveTo>
                    <a:pt x="1" y="1"/>
                  </a:moveTo>
                  <a:lnTo>
                    <a:pt x="5405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60"/>
            <p:cNvSpPr/>
            <p:nvPr/>
          </p:nvSpPr>
          <p:spPr>
            <a:xfrm>
              <a:off x="5494100" y="2875825"/>
              <a:ext cx="95925" cy="95100"/>
            </a:xfrm>
            <a:custGeom>
              <a:avLst/>
              <a:gdLst/>
              <a:ahLst/>
              <a:cxnLst/>
              <a:rect l="l" t="t" r="r" b="b"/>
              <a:pathLst>
                <a:path w="3837" h="3804" fill="none" extrusionOk="0">
                  <a:moveTo>
                    <a:pt x="0" y="1"/>
                  </a:moveTo>
                  <a:lnTo>
                    <a:pt x="3836" y="3804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6" name="Google Shape;1086;p60"/>
          <p:cNvGrpSpPr/>
          <p:nvPr/>
        </p:nvGrpSpPr>
        <p:grpSpPr>
          <a:xfrm>
            <a:off x="3205925" y="539500"/>
            <a:ext cx="467875" cy="467850"/>
            <a:chOff x="5425700" y="2807450"/>
            <a:chExt cx="467875" cy="467850"/>
          </a:xfrm>
        </p:grpSpPr>
        <p:sp>
          <p:nvSpPr>
            <p:cNvPr id="1087" name="Google Shape;1087;p60"/>
            <p:cNvSpPr/>
            <p:nvPr/>
          </p:nvSpPr>
          <p:spPr>
            <a:xfrm>
              <a:off x="5660050" y="2807450"/>
              <a:ext cx="25" cy="134300"/>
            </a:xfrm>
            <a:custGeom>
              <a:avLst/>
              <a:gdLst/>
              <a:ahLst/>
              <a:cxnLst/>
              <a:rect l="l" t="t" r="r" b="b"/>
              <a:pathLst>
                <a:path w="1" h="5372" fill="none" extrusionOk="0">
                  <a:moveTo>
                    <a:pt x="0" y="1"/>
                  </a:moveTo>
                  <a:lnTo>
                    <a:pt x="0" y="537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60"/>
            <p:cNvSpPr/>
            <p:nvPr/>
          </p:nvSpPr>
          <p:spPr>
            <a:xfrm>
              <a:off x="5730100" y="2875825"/>
              <a:ext cx="95100" cy="95100"/>
            </a:xfrm>
            <a:custGeom>
              <a:avLst/>
              <a:gdLst/>
              <a:ahLst/>
              <a:cxnLst/>
              <a:rect l="l" t="t" r="r" b="b"/>
              <a:pathLst>
                <a:path w="3804" h="3804" fill="none" extrusionOk="0">
                  <a:moveTo>
                    <a:pt x="3803" y="1"/>
                  </a:moveTo>
                  <a:lnTo>
                    <a:pt x="0" y="3804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60"/>
            <p:cNvSpPr/>
            <p:nvPr/>
          </p:nvSpPr>
          <p:spPr>
            <a:xfrm>
              <a:off x="5759275" y="3040950"/>
              <a:ext cx="134300" cy="25"/>
            </a:xfrm>
            <a:custGeom>
              <a:avLst/>
              <a:gdLst/>
              <a:ahLst/>
              <a:cxnLst/>
              <a:rect l="l" t="t" r="r" b="b"/>
              <a:pathLst>
                <a:path w="5372" h="1" fill="none" extrusionOk="0">
                  <a:moveTo>
                    <a:pt x="5371" y="1"/>
                  </a:moveTo>
                  <a:lnTo>
                    <a:pt x="1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60"/>
            <p:cNvSpPr/>
            <p:nvPr/>
          </p:nvSpPr>
          <p:spPr>
            <a:xfrm>
              <a:off x="5730100" y="3111000"/>
              <a:ext cx="95100" cy="95925"/>
            </a:xfrm>
            <a:custGeom>
              <a:avLst/>
              <a:gdLst/>
              <a:ahLst/>
              <a:cxnLst/>
              <a:rect l="l" t="t" r="r" b="b"/>
              <a:pathLst>
                <a:path w="3804" h="3837" fill="none" extrusionOk="0">
                  <a:moveTo>
                    <a:pt x="3803" y="3837"/>
                  </a:moveTo>
                  <a:lnTo>
                    <a:pt x="0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60"/>
            <p:cNvSpPr/>
            <p:nvPr/>
          </p:nvSpPr>
          <p:spPr>
            <a:xfrm>
              <a:off x="5660050" y="3140200"/>
              <a:ext cx="25" cy="135100"/>
            </a:xfrm>
            <a:custGeom>
              <a:avLst/>
              <a:gdLst/>
              <a:ahLst/>
              <a:cxnLst/>
              <a:rect l="l" t="t" r="r" b="b"/>
              <a:pathLst>
                <a:path w="1" h="5404" fill="none" extrusionOk="0">
                  <a:moveTo>
                    <a:pt x="0" y="5404"/>
                  </a:moveTo>
                  <a:lnTo>
                    <a:pt x="0" y="0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60"/>
            <p:cNvSpPr/>
            <p:nvPr/>
          </p:nvSpPr>
          <p:spPr>
            <a:xfrm>
              <a:off x="5494100" y="3111000"/>
              <a:ext cx="95925" cy="95925"/>
            </a:xfrm>
            <a:custGeom>
              <a:avLst/>
              <a:gdLst/>
              <a:ahLst/>
              <a:cxnLst/>
              <a:rect l="l" t="t" r="r" b="b"/>
              <a:pathLst>
                <a:path w="3837" h="3837" fill="none" extrusionOk="0">
                  <a:moveTo>
                    <a:pt x="0" y="3837"/>
                  </a:moveTo>
                  <a:lnTo>
                    <a:pt x="3836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60"/>
            <p:cNvSpPr/>
            <p:nvPr/>
          </p:nvSpPr>
          <p:spPr>
            <a:xfrm>
              <a:off x="5425700" y="3040950"/>
              <a:ext cx="135125" cy="25"/>
            </a:xfrm>
            <a:custGeom>
              <a:avLst/>
              <a:gdLst/>
              <a:ahLst/>
              <a:cxnLst/>
              <a:rect l="l" t="t" r="r" b="b"/>
              <a:pathLst>
                <a:path w="5405" h="1" fill="none" extrusionOk="0">
                  <a:moveTo>
                    <a:pt x="1" y="1"/>
                  </a:moveTo>
                  <a:lnTo>
                    <a:pt x="5405" y="1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60"/>
            <p:cNvSpPr/>
            <p:nvPr/>
          </p:nvSpPr>
          <p:spPr>
            <a:xfrm>
              <a:off x="5494100" y="2875825"/>
              <a:ext cx="95925" cy="95100"/>
            </a:xfrm>
            <a:custGeom>
              <a:avLst/>
              <a:gdLst/>
              <a:ahLst/>
              <a:cxnLst/>
              <a:rect l="l" t="t" r="r" b="b"/>
              <a:pathLst>
                <a:path w="3837" h="3804" fill="none" extrusionOk="0">
                  <a:moveTo>
                    <a:pt x="0" y="1"/>
                  </a:moveTo>
                  <a:lnTo>
                    <a:pt x="3836" y="3804"/>
                  </a:lnTo>
                </a:path>
              </a:pathLst>
            </a:custGeom>
            <a:noFill/>
            <a:ln w="20025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E-Waste Management by Slidesgo">
  <a:themeElements>
    <a:clrScheme name="Simple Light">
      <a:dk1>
        <a:srgbClr val="1D1B1C"/>
      </a:dk1>
      <a:lt1>
        <a:srgbClr val="023473"/>
      </a:lt1>
      <a:dk2>
        <a:srgbClr val="6386A7"/>
      </a:dk2>
      <a:lt2>
        <a:srgbClr val="759BBF"/>
      </a:lt2>
      <a:accent1>
        <a:srgbClr val="44804A"/>
      </a:accent1>
      <a:accent2>
        <a:srgbClr val="B4D977"/>
      </a:accent2>
      <a:accent3>
        <a:srgbClr val="FDBC2F"/>
      </a:accent3>
      <a:accent4>
        <a:srgbClr val="F24E29"/>
      </a:accent4>
      <a:accent5>
        <a:srgbClr val="F2EFE8"/>
      </a:accent5>
      <a:accent6>
        <a:srgbClr val="FFFCF6"/>
      </a:accent6>
      <a:hlink>
        <a:srgbClr val="1D1B1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281</Words>
  <Application>Microsoft Office PowerPoint</Application>
  <PresentationFormat>On-screen Show (16:9)</PresentationFormat>
  <Paragraphs>78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Space Grotesk</vt:lpstr>
      <vt:lpstr>Wingdings</vt:lpstr>
      <vt:lpstr>Anaheim</vt:lpstr>
      <vt:lpstr>Nunito Light</vt:lpstr>
      <vt:lpstr>E-Waste Management by Slidesgo</vt:lpstr>
      <vt:lpstr>Smart E-Waste Collection and Management</vt:lpstr>
      <vt:lpstr>Project Overview  </vt:lpstr>
      <vt:lpstr>Key Features</vt:lpstr>
      <vt:lpstr>Technology Stack</vt:lpstr>
      <vt:lpstr>Project Timeline</vt:lpstr>
      <vt:lpstr>Future Enhancements  </vt:lpstr>
      <vt:lpstr>Challenges and Solutions  </vt:lpstr>
      <vt:lpstr>User Layer  Registration, login, profile management, request submission  Data Layer  Structured storage for profiles  , requests, schedules, and metadata  Admin Layer  Dashboard for review, scheduling, personnel assignment, monitoring  Notification Layer  Automated email system for confirmations and status updates  Security Layer  Encryption, authentication, session management, data protection 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E-Waste Collection and Management</dc:title>
  <dc:creator>Abi</dc:creator>
  <cp:lastModifiedBy>Abi</cp:lastModifiedBy>
  <cp:revision>7</cp:revision>
  <dcterms:modified xsi:type="dcterms:W3CDTF">2026-03-30T15:59:10Z</dcterms:modified>
</cp:coreProperties>
</file>